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5"/>
  </p:notesMasterIdLst>
  <p:sldIdLst>
    <p:sldId id="258" r:id="rId5"/>
    <p:sldId id="256" r:id="rId6"/>
    <p:sldId id="271" r:id="rId7"/>
    <p:sldId id="259" r:id="rId8"/>
    <p:sldId id="274" r:id="rId9"/>
    <p:sldId id="263" r:id="rId10"/>
    <p:sldId id="272" r:id="rId11"/>
    <p:sldId id="273" r:id="rId12"/>
    <p:sldId id="275" r:id="rId13"/>
    <p:sldId id="257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2129"/>
    <a:srgbClr val="EEE9E0"/>
    <a:srgbClr val="DED5CB"/>
    <a:srgbClr val="F42100"/>
    <a:srgbClr val="EEE9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8A87E2A-7829-4775-A1DE-FD9C2CEFFA32}" v="114" dt="2026-01-30T10:59:55.88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3" autoAdjust="0"/>
    <p:restoredTop sz="66465" autoAdjust="0"/>
  </p:normalViewPr>
  <p:slideViewPr>
    <p:cSldViewPr snapToGrid="0">
      <p:cViewPr varScale="1">
        <p:scale>
          <a:sx n="73" d="100"/>
          <a:sy n="73" d="100"/>
        </p:scale>
        <p:origin x="2034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AN FRANCISCO SANCHEZ PEÑALVER" userId="f86c5c4f-8c6d-4386-8cf4-6ee08c5f5ff3" providerId="ADAL" clId="{CFAFAFFD-F819-448B-84B6-4AC1775A9FF5}"/>
    <pc:docChg chg="undo redo custSel addSld delSld modSld sldOrd">
      <pc:chgData name="JUAN FRANCISCO SANCHEZ PEÑALVER" userId="f86c5c4f-8c6d-4386-8cf4-6ee08c5f5ff3" providerId="ADAL" clId="{CFAFAFFD-F819-448B-84B6-4AC1775A9FF5}" dt="2026-01-30T11:05:50.407" v="17255" actId="2696"/>
      <pc:docMkLst>
        <pc:docMk/>
      </pc:docMkLst>
      <pc:sldChg chg="addSp delSp modSp mod ord modNotesTx">
        <pc:chgData name="JUAN FRANCISCO SANCHEZ PEÑALVER" userId="f86c5c4f-8c6d-4386-8cf4-6ee08c5f5ff3" providerId="ADAL" clId="{CFAFAFFD-F819-448B-84B6-4AC1775A9FF5}" dt="2026-01-29T15:08:27.638" v="14347" actId="20577"/>
        <pc:sldMkLst>
          <pc:docMk/>
          <pc:sldMk cId="3416354260" sldId="256"/>
        </pc:sldMkLst>
        <pc:spChg chg="mod">
          <ac:chgData name="JUAN FRANCISCO SANCHEZ PEÑALVER" userId="f86c5c4f-8c6d-4386-8cf4-6ee08c5f5ff3" providerId="ADAL" clId="{CFAFAFFD-F819-448B-84B6-4AC1775A9FF5}" dt="2026-01-29T15:00:13.080" v="14046" actId="20577"/>
          <ac:spMkLst>
            <pc:docMk/>
            <pc:sldMk cId="3416354260" sldId="256"/>
            <ac:spMk id="2" creationId="{185AA7AC-C517-4689-7069-7370713CEF13}"/>
          </ac:spMkLst>
        </pc:spChg>
        <pc:spChg chg="mod">
          <ac:chgData name="JUAN FRANCISCO SANCHEZ PEÑALVER" userId="f86c5c4f-8c6d-4386-8cf4-6ee08c5f5ff3" providerId="ADAL" clId="{CFAFAFFD-F819-448B-84B6-4AC1775A9FF5}" dt="2026-01-29T14:57:37.097" v="14044" actId="20577"/>
          <ac:spMkLst>
            <pc:docMk/>
            <pc:sldMk cId="3416354260" sldId="256"/>
            <ac:spMk id="3" creationId="{216F9580-C222-D649-356F-8BA60C4533FA}"/>
          </ac:spMkLst>
        </pc:spChg>
        <pc:picChg chg="add mod">
          <ac:chgData name="JUAN FRANCISCO SANCHEZ PEÑALVER" userId="f86c5c4f-8c6d-4386-8cf4-6ee08c5f5ff3" providerId="ADAL" clId="{CFAFAFFD-F819-448B-84B6-4AC1775A9FF5}" dt="2026-01-29T11:23:58.189" v="13817"/>
          <ac:picMkLst>
            <pc:docMk/>
            <pc:sldMk cId="3416354260" sldId="256"/>
            <ac:picMk id="6" creationId="{20614301-E81C-D780-C93F-385EC2839258}"/>
          </ac:picMkLst>
        </pc:picChg>
        <pc:picChg chg="add mod">
          <ac:chgData name="JUAN FRANCISCO SANCHEZ PEÑALVER" userId="f86c5c4f-8c6d-4386-8cf4-6ee08c5f5ff3" providerId="ADAL" clId="{CFAFAFFD-F819-448B-84B6-4AC1775A9FF5}" dt="2026-01-29T14:18:50.026" v="13853"/>
          <ac:picMkLst>
            <pc:docMk/>
            <pc:sldMk cId="3416354260" sldId="256"/>
            <ac:picMk id="7" creationId="{F29A70EE-F3F3-3243-9A8A-B0EBA3148F7F}"/>
          </ac:picMkLst>
        </pc:picChg>
        <pc:picChg chg="add del mod ord">
          <ac:chgData name="JUAN FRANCISCO SANCHEZ PEÑALVER" userId="f86c5c4f-8c6d-4386-8cf4-6ee08c5f5ff3" providerId="ADAL" clId="{CFAFAFFD-F819-448B-84B6-4AC1775A9FF5}" dt="2026-01-29T14:18:52.320" v="13854" actId="478"/>
          <ac:picMkLst>
            <pc:docMk/>
            <pc:sldMk cId="3416354260" sldId="256"/>
            <ac:picMk id="8" creationId="{4440A267-51DC-1272-84D1-45BD4253C294}"/>
          </ac:picMkLst>
        </pc:picChg>
      </pc:sldChg>
      <pc:sldChg chg="modSp mod">
        <pc:chgData name="JUAN FRANCISCO SANCHEZ PEÑALVER" userId="f86c5c4f-8c6d-4386-8cf4-6ee08c5f5ff3" providerId="ADAL" clId="{CFAFAFFD-F819-448B-84B6-4AC1775A9FF5}" dt="2026-01-29T10:49:22.152" v="13523" actId="20577"/>
        <pc:sldMkLst>
          <pc:docMk/>
          <pc:sldMk cId="2202042154" sldId="258"/>
        </pc:sldMkLst>
        <pc:spChg chg="mod">
          <ac:chgData name="JUAN FRANCISCO SANCHEZ PEÑALVER" userId="f86c5c4f-8c6d-4386-8cf4-6ee08c5f5ff3" providerId="ADAL" clId="{CFAFAFFD-F819-448B-84B6-4AC1775A9FF5}" dt="2026-01-29T10:49:22.152" v="13523" actId="20577"/>
          <ac:spMkLst>
            <pc:docMk/>
            <pc:sldMk cId="2202042154" sldId="258"/>
            <ac:spMk id="4" creationId="{D940AADC-8F31-644F-7E0C-3DA7F42FAE10}"/>
          </ac:spMkLst>
        </pc:spChg>
      </pc:sldChg>
      <pc:sldChg chg="modSp mod modNotesTx">
        <pc:chgData name="JUAN FRANCISCO SANCHEZ PEÑALVER" userId="f86c5c4f-8c6d-4386-8cf4-6ee08c5f5ff3" providerId="ADAL" clId="{CFAFAFFD-F819-448B-84B6-4AC1775A9FF5}" dt="2026-01-29T15:34:28.249" v="15369" actId="20577"/>
        <pc:sldMkLst>
          <pc:docMk/>
          <pc:sldMk cId="2851017598" sldId="259"/>
        </pc:sldMkLst>
        <pc:spChg chg="mod">
          <ac:chgData name="JUAN FRANCISCO SANCHEZ PEÑALVER" userId="f86c5c4f-8c6d-4386-8cf4-6ee08c5f5ff3" providerId="ADAL" clId="{CFAFAFFD-F819-448B-84B6-4AC1775A9FF5}" dt="2026-01-29T15:27:36.425" v="15145"/>
          <ac:spMkLst>
            <pc:docMk/>
            <pc:sldMk cId="2851017598" sldId="259"/>
            <ac:spMk id="2" creationId="{8ACD9875-09CF-8C7A-AC31-EBA89142479A}"/>
          </ac:spMkLst>
        </pc:spChg>
        <pc:spChg chg="mod">
          <ac:chgData name="JUAN FRANCISCO SANCHEZ PEÑALVER" userId="f86c5c4f-8c6d-4386-8cf4-6ee08c5f5ff3" providerId="ADAL" clId="{CFAFAFFD-F819-448B-84B6-4AC1775A9FF5}" dt="2026-01-29T15:29:24.808" v="15199"/>
          <ac:spMkLst>
            <pc:docMk/>
            <pc:sldMk cId="2851017598" sldId="259"/>
            <ac:spMk id="3" creationId="{05240636-34E4-870E-3E5F-6E72AF5810E8}"/>
          </ac:spMkLst>
        </pc:spChg>
      </pc:sldChg>
      <pc:sldChg chg="addSp delSp modSp del mod modClrScheme modShow chgLayout">
        <pc:chgData name="JUAN FRANCISCO SANCHEZ PEÑALVER" userId="f86c5c4f-8c6d-4386-8cf4-6ee08c5f5ff3" providerId="ADAL" clId="{CFAFAFFD-F819-448B-84B6-4AC1775A9FF5}" dt="2026-01-30T11:05:50.407" v="17255" actId="2696"/>
        <pc:sldMkLst>
          <pc:docMk/>
          <pc:sldMk cId="1351144107" sldId="260"/>
        </pc:sldMkLst>
        <pc:spChg chg="mod ord">
          <ac:chgData name="JUAN FRANCISCO SANCHEZ PEÑALVER" userId="f86c5c4f-8c6d-4386-8cf4-6ee08c5f5ff3" providerId="ADAL" clId="{CFAFAFFD-F819-448B-84B6-4AC1775A9FF5}" dt="2026-01-30T10:18:05.398" v="17097" actId="700"/>
          <ac:spMkLst>
            <pc:docMk/>
            <pc:sldMk cId="1351144107" sldId="260"/>
            <ac:spMk id="2" creationId="{CABE9476-8F9C-D672-4E56-F49A3C724B98}"/>
          </ac:spMkLst>
        </pc:spChg>
        <pc:spChg chg="mod ord">
          <ac:chgData name="JUAN FRANCISCO SANCHEZ PEÑALVER" userId="f86c5c4f-8c6d-4386-8cf4-6ee08c5f5ff3" providerId="ADAL" clId="{CFAFAFFD-F819-448B-84B6-4AC1775A9FF5}" dt="2026-01-30T10:18:05.398" v="17097" actId="700"/>
          <ac:spMkLst>
            <pc:docMk/>
            <pc:sldMk cId="1351144107" sldId="260"/>
            <ac:spMk id="3" creationId="{0553C02F-75AC-8F1C-F843-C8B5C5BACA89}"/>
          </ac:spMkLst>
        </pc:spChg>
        <pc:spChg chg="mod ord">
          <ac:chgData name="JUAN FRANCISCO SANCHEZ PEÑALVER" userId="f86c5c4f-8c6d-4386-8cf4-6ee08c5f5ff3" providerId="ADAL" clId="{CFAFAFFD-F819-448B-84B6-4AC1775A9FF5}" dt="2026-01-30T10:18:05.398" v="17097" actId="700"/>
          <ac:spMkLst>
            <pc:docMk/>
            <pc:sldMk cId="1351144107" sldId="260"/>
            <ac:spMk id="4" creationId="{DB70EF85-0874-D52F-7698-78C29CFCCC12}"/>
          </ac:spMkLst>
        </pc:spChg>
        <pc:spChg chg="mod ord">
          <ac:chgData name="JUAN FRANCISCO SANCHEZ PEÑALVER" userId="f86c5c4f-8c6d-4386-8cf4-6ee08c5f5ff3" providerId="ADAL" clId="{CFAFAFFD-F819-448B-84B6-4AC1775A9FF5}" dt="2026-01-30T10:18:05.398" v="17097" actId="700"/>
          <ac:spMkLst>
            <pc:docMk/>
            <pc:sldMk cId="1351144107" sldId="260"/>
            <ac:spMk id="5" creationId="{FF656EC4-EBC5-1158-AE43-9EC87D30BB97}"/>
          </ac:spMkLst>
        </pc:spChg>
        <pc:spChg chg="add">
          <ac:chgData name="JUAN FRANCISCO SANCHEZ PEÑALVER" userId="f86c5c4f-8c6d-4386-8cf4-6ee08c5f5ff3" providerId="ADAL" clId="{CFAFAFFD-F819-448B-84B6-4AC1775A9FF5}" dt="2026-01-30T10:04:31.134" v="17090"/>
          <ac:spMkLst>
            <pc:docMk/>
            <pc:sldMk cId="1351144107" sldId="260"/>
            <ac:spMk id="6" creationId="{81F5284A-B86C-FDB9-66A9-293BB894BBD0}"/>
          </ac:spMkLst>
        </pc:spChg>
        <pc:spChg chg="add del mod ord">
          <ac:chgData name="JUAN FRANCISCO SANCHEZ PEÑALVER" userId="f86c5c4f-8c6d-4386-8cf4-6ee08c5f5ff3" providerId="ADAL" clId="{CFAFAFFD-F819-448B-84B6-4AC1775A9FF5}" dt="2026-01-30T10:18:05.398" v="17097" actId="700"/>
          <ac:spMkLst>
            <pc:docMk/>
            <pc:sldMk cId="1351144107" sldId="260"/>
            <ac:spMk id="7" creationId="{113141B8-5687-1E00-66B0-992B03806EFA}"/>
          </ac:spMkLst>
        </pc:spChg>
        <pc:spChg chg="add del mod ord">
          <ac:chgData name="JUAN FRANCISCO SANCHEZ PEÑALVER" userId="f86c5c4f-8c6d-4386-8cf4-6ee08c5f5ff3" providerId="ADAL" clId="{CFAFAFFD-F819-448B-84B6-4AC1775A9FF5}" dt="2026-01-30T10:18:05.398" v="17097" actId="700"/>
          <ac:spMkLst>
            <pc:docMk/>
            <pc:sldMk cId="1351144107" sldId="260"/>
            <ac:spMk id="8" creationId="{5FAFC2D6-0AD0-BB62-706D-E85EEF6857DB}"/>
          </ac:spMkLst>
        </pc:spChg>
        <pc:spChg chg="add del mod ord">
          <ac:chgData name="JUAN FRANCISCO SANCHEZ PEÑALVER" userId="f86c5c4f-8c6d-4386-8cf4-6ee08c5f5ff3" providerId="ADAL" clId="{CFAFAFFD-F819-448B-84B6-4AC1775A9FF5}" dt="2026-01-30T10:18:05.398" v="17097" actId="700"/>
          <ac:spMkLst>
            <pc:docMk/>
            <pc:sldMk cId="1351144107" sldId="260"/>
            <ac:spMk id="9" creationId="{3FD47DDC-F71A-0BB4-9309-BF536380448D}"/>
          </ac:spMkLst>
        </pc:spChg>
      </pc:sldChg>
      <pc:sldChg chg="modSp del mod modShow modNotesTx">
        <pc:chgData name="JUAN FRANCISCO SANCHEZ PEÑALVER" userId="f86c5c4f-8c6d-4386-8cf4-6ee08c5f5ff3" providerId="ADAL" clId="{CFAFAFFD-F819-448B-84B6-4AC1775A9FF5}" dt="2026-01-30T11:05:41.650" v="17254" actId="47"/>
        <pc:sldMkLst>
          <pc:docMk/>
          <pc:sldMk cId="647100723" sldId="262"/>
        </pc:sldMkLst>
        <pc:spChg chg="mod">
          <ac:chgData name="JUAN FRANCISCO SANCHEZ PEÑALVER" userId="f86c5c4f-8c6d-4386-8cf4-6ee08c5f5ff3" providerId="ADAL" clId="{CFAFAFFD-F819-448B-84B6-4AC1775A9FF5}" dt="2026-01-27T15:46:35.826" v="12967" actId="27636"/>
          <ac:spMkLst>
            <pc:docMk/>
            <pc:sldMk cId="647100723" sldId="262"/>
            <ac:spMk id="3" creationId="{3327FD9B-6D9F-C02E-B764-82A3858AEAB3}"/>
          </ac:spMkLst>
        </pc:spChg>
      </pc:sldChg>
      <pc:sldChg chg="modSp add mod modShow modNotesTx">
        <pc:chgData name="JUAN FRANCISCO SANCHEZ PEÑALVER" userId="f86c5c4f-8c6d-4386-8cf4-6ee08c5f5ff3" providerId="ADAL" clId="{CFAFAFFD-F819-448B-84B6-4AC1775A9FF5}" dt="2026-01-30T08:52:01.552" v="16217" actId="20577"/>
        <pc:sldMkLst>
          <pc:docMk/>
          <pc:sldMk cId="2495560963" sldId="263"/>
        </pc:sldMkLst>
        <pc:spChg chg="mod">
          <ac:chgData name="JUAN FRANCISCO SANCHEZ PEÑALVER" userId="f86c5c4f-8c6d-4386-8cf4-6ee08c5f5ff3" providerId="ADAL" clId="{CFAFAFFD-F819-448B-84B6-4AC1775A9FF5}" dt="2026-01-30T07:36:12.227" v="15397"/>
          <ac:spMkLst>
            <pc:docMk/>
            <pc:sldMk cId="2495560963" sldId="263"/>
            <ac:spMk id="2" creationId="{0AED944E-D2CA-5CF5-7468-2A68CF788E5A}"/>
          </ac:spMkLst>
        </pc:spChg>
        <pc:spChg chg="mod">
          <ac:chgData name="JUAN FRANCISCO SANCHEZ PEÑALVER" userId="f86c5c4f-8c6d-4386-8cf4-6ee08c5f5ff3" providerId="ADAL" clId="{CFAFAFFD-F819-448B-84B6-4AC1775A9FF5}" dt="2026-01-30T07:46:14.315" v="15522" actId="27636"/>
          <ac:spMkLst>
            <pc:docMk/>
            <pc:sldMk cId="2495560963" sldId="263"/>
            <ac:spMk id="3" creationId="{D26BB822-DEB2-827D-F26C-38DDDA90BAD5}"/>
          </ac:spMkLst>
        </pc:spChg>
      </pc:sldChg>
      <pc:sldChg chg="modSp add del mod modShow modNotesTx">
        <pc:chgData name="JUAN FRANCISCO SANCHEZ PEÑALVER" userId="f86c5c4f-8c6d-4386-8cf4-6ee08c5f5ff3" providerId="ADAL" clId="{CFAFAFFD-F819-448B-84B6-4AC1775A9FF5}" dt="2026-01-30T11:05:41.650" v="17254" actId="47"/>
        <pc:sldMkLst>
          <pc:docMk/>
          <pc:sldMk cId="1505241805" sldId="264"/>
        </pc:sldMkLst>
        <pc:spChg chg="mod">
          <ac:chgData name="JUAN FRANCISCO SANCHEZ PEÑALVER" userId="f86c5c4f-8c6d-4386-8cf4-6ee08c5f5ff3" providerId="ADAL" clId="{CFAFAFFD-F819-448B-84B6-4AC1775A9FF5}" dt="2026-01-17T11:28:36.113" v="10295" actId="948"/>
          <ac:spMkLst>
            <pc:docMk/>
            <pc:sldMk cId="1505241805" sldId="264"/>
            <ac:spMk id="3" creationId="{F9AE750D-68BB-5E8B-6BA7-218245DC0497}"/>
          </ac:spMkLst>
        </pc:spChg>
      </pc:sldChg>
      <pc:sldChg chg="modSp add del mod modShow modNotesTx">
        <pc:chgData name="JUAN FRANCISCO SANCHEZ PEÑALVER" userId="f86c5c4f-8c6d-4386-8cf4-6ee08c5f5ff3" providerId="ADAL" clId="{CFAFAFFD-F819-448B-84B6-4AC1775A9FF5}" dt="2026-01-30T11:05:41.650" v="17254" actId="47"/>
        <pc:sldMkLst>
          <pc:docMk/>
          <pc:sldMk cId="1366758359" sldId="265"/>
        </pc:sldMkLst>
        <pc:spChg chg="mod">
          <ac:chgData name="JUAN FRANCISCO SANCHEZ PEÑALVER" userId="f86c5c4f-8c6d-4386-8cf4-6ee08c5f5ff3" providerId="ADAL" clId="{CFAFAFFD-F819-448B-84B6-4AC1775A9FF5}" dt="2026-01-17T10:44:20.016" v="9295" actId="20577"/>
          <ac:spMkLst>
            <pc:docMk/>
            <pc:sldMk cId="1366758359" sldId="265"/>
            <ac:spMk id="3" creationId="{7587E597-A7AD-659D-C5DC-A03E4A142DCB}"/>
          </ac:spMkLst>
        </pc:spChg>
      </pc:sldChg>
      <pc:sldChg chg="modSp add del mod modShow modNotesTx">
        <pc:chgData name="JUAN FRANCISCO SANCHEZ PEÑALVER" userId="f86c5c4f-8c6d-4386-8cf4-6ee08c5f5ff3" providerId="ADAL" clId="{CFAFAFFD-F819-448B-84B6-4AC1775A9FF5}" dt="2026-01-30T11:05:41.650" v="17254" actId="47"/>
        <pc:sldMkLst>
          <pc:docMk/>
          <pc:sldMk cId="2645873299" sldId="266"/>
        </pc:sldMkLst>
        <pc:spChg chg="mod">
          <ac:chgData name="JUAN FRANCISCO SANCHEZ PEÑALVER" userId="f86c5c4f-8c6d-4386-8cf4-6ee08c5f5ff3" providerId="ADAL" clId="{CFAFAFFD-F819-448B-84B6-4AC1775A9FF5}" dt="2026-01-17T12:05:14.684" v="11776" actId="6549"/>
          <ac:spMkLst>
            <pc:docMk/>
            <pc:sldMk cId="2645873299" sldId="266"/>
            <ac:spMk id="3" creationId="{76EBF8D8-677B-C3DE-C7AE-3E52B1DD40EE}"/>
          </ac:spMkLst>
        </pc:spChg>
      </pc:sldChg>
      <pc:sldChg chg="modSp add del mod modShow modNotesTx">
        <pc:chgData name="JUAN FRANCISCO SANCHEZ PEÑALVER" userId="f86c5c4f-8c6d-4386-8cf4-6ee08c5f5ff3" providerId="ADAL" clId="{CFAFAFFD-F819-448B-84B6-4AC1775A9FF5}" dt="2026-01-30T11:05:41.650" v="17254" actId="47"/>
        <pc:sldMkLst>
          <pc:docMk/>
          <pc:sldMk cId="3136937643" sldId="267"/>
        </pc:sldMkLst>
        <pc:spChg chg="mod">
          <ac:chgData name="JUAN FRANCISCO SANCHEZ PEÑALVER" userId="f86c5c4f-8c6d-4386-8cf4-6ee08c5f5ff3" providerId="ADAL" clId="{CFAFAFFD-F819-448B-84B6-4AC1775A9FF5}" dt="2026-01-17T12:12:40.144" v="12389" actId="20577"/>
          <ac:spMkLst>
            <pc:docMk/>
            <pc:sldMk cId="3136937643" sldId="267"/>
            <ac:spMk id="3" creationId="{8128EEF3-8EA1-04E6-E64F-99F9B2BBF9FC}"/>
          </ac:spMkLst>
        </pc:spChg>
      </pc:sldChg>
      <pc:sldChg chg="modSp add del mod modShow modNotesTx">
        <pc:chgData name="JUAN FRANCISCO SANCHEZ PEÑALVER" userId="f86c5c4f-8c6d-4386-8cf4-6ee08c5f5ff3" providerId="ADAL" clId="{CFAFAFFD-F819-448B-84B6-4AC1775A9FF5}" dt="2026-01-30T11:05:41.650" v="17254" actId="47"/>
        <pc:sldMkLst>
          <pc:docMk/>
          <pc:sldMk cId="1805278297" sldId="268"/>
        </pc:sldMkLst>
        <pc:spChg chg="mod">
          <ac:chgData name="JUAN FRANCISCO SANCHEZ PEÑALVER" userId="f86c5c4f-8c6d-4386-8cf4-6ee08c5f5ff3" providerId="ADAL" clId="{CFAFAFFD-F819-448B-84B6-4AC1775A9FF5}" dt="2026-01-28T08:15:35.092" v="13408" actId="20577"/>
          <ac:spMkLst>
            <pc:docMk/>
            <pc:sldMk cId="1805278297" sldId="268"/>
            <ac:spMk id="3" creationId="{109D9132-6692-A435-03F3-EE0F839975B0}"/>
          </ac:spMkLst>
        </pc:spChg>
      </pc:sldChg>
      <pc:sldChg chg="addSp delSp modSp add del mod modShow">
        <pc:chgData name="JUAN FRANCISCO SANCHEZ PEÑALVER" userId="f86c5c4f-8c6d-4386-8cf4-6ee08c5f5ff3" providerId="ADAL" clId="{CFAFAFFD-F819-448B-84B6-4AC1775A9FF5}" dt="2026-01-30T11:05:41.650" v="17254" actId="47"/>
        <pc:sldMkLst>
          <pc:docMk/>
          <pc:sldMk cId="2266960060" sldId="269"/>
        </pc:sldMkLst>
        <pc:spChg chg="mod">
          <ac:chgData name="JUAN FRANCISCO SANCHEZ PEÑALVER" userId="f86c5c4f-8c6d-4386-8cf4-6ee08c5f5ff3" providerId="ADAL" clId="{CFAFAFFD-F819-448B-84B6-4AC1775A9FF5}" dt="2026-01-28T08:07:35.009" v="13391" actId="20577"/>
          <ac:spMkLst>
            <pc:docMk/>
            <pc:sldMk cId="2266960060" sldId="269"/>
            <ac:spMk id="3" creationId="{C75F14E3-C85E-9582-F2D4-83B4793A1348}"/>
          </ac:spMkLst>
        </pc:spChg>
        <pc:picChg chg="add mod modCrop">
          <ac:chgData name="JUAN FRANCISCO SANCHEZ PEÑALVER" userId="f86c5c4f-8c6d-4386-8cf4-6ee08c5f5ff3" providerId="ADAL" clId="{CFAFAFFD-F819-448B-84B6-4AC1775A9FF5}" dt="2026-01-28T08:38:46.649" v="13499" actId="1076"/>
          <ac:picMkLst>
            <pc:docMk/>
            <pc:sldMk cId="2266960060" sldId="269"/>
            <ac:picMk id="20" creationId="{20F8152B-6813-F784-D83A-37E25D4C7894}"/>
          </ac:picMkLst>
        </pc:picChg>
      </pc:sldChg>
      <pc:sldChg chg="addSp delSp modSp add del mod">
        <pc:chgData name="JUAN FRANCISCO SANCHEZ PEÑALVER" userId="f86c5c4f-8c6d-4386-8cf4-6ee08c5f5ff3" providerId="ADAL" clId="{CFAFAFFD-F819-448B-84B6-4AC1775A9FF5}" dt="2026-01-29T15:27:39.950" v="15146" actId="2696"/>
        <pc:sldMkLst>
          <pc:docMk/>
          <pc:sldMk cId="575150882" sldId="270"/>
        </pc:sldMkLst>
        <pc:spChg chg="mod">
          <ac:chgData name="JUAN FRANCISCO SANCHEZ PEÑALVER" userId="f86c5c4f-8c6d-4386-8cf4-6ee08c5f5ff3" providerId="ADAL" clId="{CFAFAFFD-F819-448B-84B6-4AC1775A9FF5}" dt="2026-01-29T15:27:32.064" v="15144"/>
          <ac:spMkLst>
            <pc:docMk/>
            <pc:sldMk cId="575150882" sldId="270"/>
            <ac:spMk id="2" creationId="{F6236330-8B44-5B94-5A92-EFB73A90F585}"/>
          </ac:spMkLst>
        </pc:spChg>
        <pc:spChg chg="mod">
          <ac:chgData name="JUAN FRANCISCO SANCHEZ PEÑALVER" userId="f86c5c4f-8c6d-4386-8cf4-6ee08c5f5ff3" providerId="ADAL" clId="{CFAFAFFD-F819-448B-84B6-4AC1775A9FF5}" dt="2026-01-29T11:13:46.932" v="13790" actId="20577"/>
          <ac:spMkLst>
            <pc:docMk/>
            <pc:sldMk cId="575150882" sldId="270"/>
            <ac:spMk id="3" creationId="{6EE93EEE-2DB2-9B35-7D4A-725B97847712}"/>
          </ac:spMkLst>
        </pc:spChg>
        <pc:spChg chg="add del">
          <ac:chgData name="JUAN FRANCISCO SANCHEZ PEÑALVER" userId="f86c5c4f-8c6d-4386-8cf4-6ee08c5f5ff3" providerId="ADAL" clId="{CFAFAFFD-F819-448B-84B6-4AC1775A9FF5}" dt="2026-01-29T11:16:16.324" v="13792" actId="22"/>
          <ac:spMkLst>
            <pc:docMk/>
            <pc:sldMk cId="575150882" sldId="270"/>
            <ac:spMk id="7" creationId="{01BA6BF6-7FE5-086F-1911-76CF1217CF69}"/>
          </ac:spMkLst>
        </pc:spChg>
        <pc:spChg chg="add del">
          <ac:chgData name="JUAN FRANCISCO SANCHEZ PEÑALVER" userId="f86c5c4f-8c6d-4386-8cf4-6ee08c5f5ff3" providerId="ADAL" clId="{CFAFAFFD-F819-448B-84B6-4AC1775A9FF5}" dt="2026-01-29T11:22:38.173" v="13811" actId="478"/>
          <ac:spMkLst>
            <pc:docMk/>
            <pc:sldMk cId="575150882" sldId="270"/>
            <ac:spMk id="11" creationId="{0A210E4B-F2A3-8D34-DF6B-9F05D2D51820}"/>
          </ac:spMkLst>
        </pc:spChg>
        <pc:picChg chg="del">
          <ac:chgData name="JUAN FRANCISCO SANCHEZ PEÑALVER" userId="f86c5c4f-8c6d-4386-8cf4-6ee08c5f5ff3" providerId="ADAL" clId="{CFAFAFFD-F819-448B-84B6-4AC1775A9FF5}" dt="2026-01-29T11:21:30.326" v="13798" actId="478"/>
          <ac:picMkLst>
            <pc:docMk/>
            <pc:sldMk cId="575150882" sldId="270"/>
            <ac:picMk id="8" creationId="{2AAB233F-A654-300B-D61A-C23456620AA8}"/>
          </ac:picMkLst>
        </pc:picChg>
        <pc:picChg chg="add del mod">
          <ac:chgData name="JUAN FRANCISCO SANCHEZ PEÑALVER" userId="f86c5c4f-8c6d-4386-8cf4-6ee08c5f5ff3" providerId="ADAL" clId="{CFAFAFFD-F819-448B-84B6-4AC1775A9FF5}" dt="2026-01-29T11:23:42.884" v="13815" actId="1076"/>
          <ac:picMkLst>
            <pc:docMk/>
            <pc:sldMk cId="575150882" sldId="270"/>
            <ac:picMk id="10" creationId="{8F6CC1BA-627A-B6CF-51C4-BEF1C41976E1}"/>
          </ac:picMkLst>
        </pc:picChg>
      </pc:sldChg>
      <pc:sldChg chg="addSp delSp modSp add mod ord modNotesTx">
        <pc:chgData name="JUAN FRANCISCO SANCHEZ PEÑALVER" userId="f86c5c4f-8c6d-4386-8cf4-6ee08c5f5ff3" providerId="ADAL" clId="{CFAFAFFD-F819-448B-84B6-4AC1775A9FF5}" dt="2026-01-29T15:25:25.072" v="15142" actId="20577"/>
        <pc:sldMkLst>
          <pc:docMk/>
          <pc:sldMk cId="517515510" sldId="271"/>
        </pc:sldMkLst>
        <pc:spChg chg="mod">
          <ac:chgData name="JUAN FRANCISCO SANCHEZ PEÑALVER" userId="f86c5c4f-8c6d-4386-8cf4-6ee08c5f5ff3" providerId="ADAL" clId="{CFAFAFFD-F819-448B-84B6-4AC1775A9FF5}" dt="2026-01-29T15:00:18.946" v="14047"/>
          <ac:spMkLst>
            <pc:docMk/>
            <pc:sldMk cId="517515510" sldId="271"/>
            <ac:spMk id="2" creationId="{877371E1-39D8-15D0-368F-9D9F683EAADA}"/>
          </ac:spMkLst>
        </pc:spChg>
        <pc:spChg chg="mod">
          <ac:chgData name="JUAN FRANCISCO SANCHEZ PEÑALVER" userId="f86c5c4f-8c6d-4386-8cf4-6ee08c5f5ff3" providerId="ADAL" clId="{CFAFAFFD-F819-448B-84B6-4AC1775A9FF5}" dt="2026-01-29T15:25:25.072" v="15142" actId="20577"/>
          <ac:spMkLst>
            <pc:docMk/>
            <pc:sldMk cId="517515510" sldId="271"/>
            <ac:spMk id="3" creationId="{6DE95C2F-D13E-D667-72A3-DC99248E76D5}"/>
          </ac:spMkLst>
        </pc:spChg>
        <pc:spChg chg="add del">
          <ac:chgData name="JUAN FRANCISCO SANCHEZ PEÑALVER" userId="f86c5c4f-8c6d-4386-8cf4-6ee08c5f5ff3" providerId="ADAL" clId="{CFAFAFFD-F819-448B-84B6-4AC1775A9FF5}" dt="2026-01-29T14:17:18.583" v="13836" actId="22"/>
          <ac:spMkLst>
            <pc:docMk/>
            <pc:sldMk cId="517515510" sldId="271"/>
            <ac:spMk id="7" creationId="{3E2519E4-BE85-EF3E-AB9F-D6BC86413A78}"/>
          </ac:spMkLst>
        </pc:spChg>
        <pc:spChg chg="add del">
          <ac:chgData name="JUAN FRANCISCO SANCHEZ PEÑALVER" userId="f86c5c4f-8c6d-4386-8cf4-6ee08c5f5ff3" providerId="ADAL" clId="{CFAFAFFD-F819-448B-84B6-4AC1775A9FF5}" dt="2026-01-29T14:18:27.052" v="13847" actId="22"/>
          <ac:spMkLst>
            <pc:docMk/>
            <pc:sldMk cId="517515510" sldId="271"/>
            <ac:spMk id="12" creationId="{6090BD55-24B6-6C0A-9378-AC870BB5092E}"/>
          </ac:spMkLst>
        </pc:spChg>
        <pc:spChg chg="add">
          <ac:chgData name="JUAN FRANCISCO SANCHEZ PEÑALVER" userId="f86c5c4f-8c6d-4386-8cf4-6ee08c5f5ff3" providerId="ADAL" clId="{CFAFAFFD-F819-448B-84B6-4AC1775A9FF5}" dt="2026-01-29T15:23:42.102" v="15117"/>
          <ac:spMkLst>
            <pc:docMk/>
            <pc:sldMk cId="517515510" sldId="271"/>
            <ac:spMk id="17" creationId="{9C50C6D9-20F5-A6EC-2531-0BE479812070}"/>
          </ac:spMkLst>
        </pc:spChg>
        <pc:picChg chg="add del">
          <ac:chgData name="JUAN FRANCISCO SANCHEZ PEÑALVER" userId="f86c5c4f-8c6d-4386-8cf4-6ee08c5f5ff3" providerId="ADAL" clId="{CFAFAFFD-F819-448B-84B6-4AC1775A9FF5}" dt="2026-01-29T14:18:59.991" v="13855" actId="478"/>
          <ac:picMkLst>
            <pc:docMk/>
            <pc:sldMk cId="517515510" sldId="271"/>
            <ac:picMk id="8" creationId="{009F2F0F-1FDD-A50E-1602-D0E1C4C2F68A}"/>
          </ac:picMkLst>
        </pc:picChg>
        <pc:picChg chg="add mod">
          <ac:chgData name="JUAN FRANCISCO SANCHEZ PEÑALVER" userId="f86c5c4f-8c6d-4386-8cf4-6ee08c5f5ff3" providerId="ADAL" clId="{CFAFAFFD-F819-448B-84B6-4AC1775A9FF5}" dt="2026-01-29T14:18:23.770" v="13845"/>
          <ac:picMkLst>
            <pc:docMk/>
            <pc:sldMk cId="517515510" sldId="271"/>
            <ac:picMk id="10" creationId="{5B06CE20-AA39-06B2-628F-DC307AEA1E9E}"/>
          </ac:picMkLst>
        </pc:picChg>
        <pc:picChg chg="add del mod modCrop">
          <ac:chgData name="JUAN FRANCISCO SANCHEZ PEÑALVER" userId="f86c5c4f-8c6d-4386-8cf4-6ee08c5f5ff3" providerId="ADAL" clId="{CFAFAFFD-F819-448B-84B6-4AC1775A9FF5}" dt="2026-01-29T14:35:10.815" v="13869" actId="478"/>
          <ac:picMkLst>
            <pc:docMk/>
            <pc:sldMk cId="517515510" sldId="271"/>
            <ac:picMk id="14" creationId="{D26D0A20-894C-3764-DEE7-8F9BA00AFFE8}"/>
          </ac:picMkLst>
        </pc:picChg>
        <pc:picChg chg="add mod modCrop">
          <ac:chgData name="JUAN FRANCISCO SANCHEZ PEÑALVER" userId="f86c5c4f-8c6d-4386-8cf4-6ee08c5f5ff3" providerId="ADAL" clId="{CFAFAFFD-F819-448B-84B6-4AC1775A9FF5}" dt="2026-01-29T14:35:26.047" v="13872" actId="1076"/>
          <ac:picMkLst>
            <pc:docMk/>
            <pc:sldMk cId="517515510" sldId="271"/>
            <ac:picMk id="16" creationId="{1B637400-1EC0-78DF-CE3D-4692F9B635B2}"/>
          </ac:picMkLst>
        </pc:picChg>
        <pc:picChg chg="add mod">
          <ac:chgData name="JUAN FRANCISCO SANCHEZ PEÑALVER" userId="f86c5c4f-8c6d-4386-8cf4-6ee08c5f5ff3" providerId="ADAL" clId="{CFAFAFFD-F819-448B-84B6-4AC1775A9FF5}" dt="2026-01-29T13:51:45.648" v="13833" actId="1076"/>
          <ac:picMkLst>
            <pc:docMk/>
            <pc:sldMk cId="517515510" sldId="271"/>
            <ac:picMk id="1026" creationId="{BF0F45BF-2739-9B04-BB33-935D776F29F0}"/>
          </ac:picMkLst>
        </pc:picChg>
      </pc:sldChg>
      <pc:sldChg chg="new del">
        <pc:chgData name="JUAN FRANCISCO SANCHEZ PEÑALVER" userId="f86c5c4f-8c6d-4386-8cf4-6ee08c5f5ff3" providerId="ADAL" clId="{CFAFAFFD-F819-448B-84B6-4AC1775A9FF5}" dt="2026-01-29T10:52:31.004" v="13688" actId="2696"/>
        <pc:sldMkLst>
          <pc:docMk/>
          <pc:sldMk cId="1891253495" sldId="271"/>
        </pc:sldMkLst>
      </pc:sldChg>
      <pc:sldChg chg="modSp add mod modNotesTx">
        <pc:chgData name="JUAN FRANCISCO SANCHEZ PEÑALVER" userId="f86c5c4f-8c6d-4386-8cf4-6ee08c5f5ff3" providerId="ADAL" clId="{CFAFAFFD-F819-448B-84B6-4AC1775A9FF5}" dt="2026-01-30T09:11:11.849" v="16653" actId="20577"/>
        <pc:sldMkLst>
          <pc:docMk/>
          <pc:sldMk cId="3647150901" sldId="272"/>
        </pc:sldMkLst>
        <pc:spChg chg="mod">
          <ac:chgData name="JUAN FRANCISCO SANCHEZ PEÑALVER" userId="f86c5c4f-8c6d-4386-8cf4-6ee08c5f5ff3" providerId="ADAL" clId="{CFAFAFFD-F819-448B-84B6-4AC1775A9FF5}" dt="2026-01-30T09:01:04.479" v="16258" actId="255"/>
          <ac:spMkLst>
            <pc:docMk/>
            <pc:sldMk cId="3647150901" sldId="272"/>
            <ac:spMk id="3" creationId="{A346C8EE-4554-9FAB-F257-F75FBC1A00CD}"/>
          </ac:spMkLst>
        </pc:spChg>
      </pc:sldChg>
      <pc:sldChg chg="modSp add mod modNotesTx">
        <pc:chgData name="JUAN FRANCISCO SANCHEZ PEÑALVER" userId="f86c5c4f-8c6d-4386-8cf4-6ee08c5f5ff3" providerId="ADAL" clId="{CFAFAFFD-F819-448B-84B6-4AC1775A9FF5}" dt="2026-01-30T09:34:26.583" v="17087" actId="20577"/>
        <pc:sldMkLst>
          <pc:docMk/>
          <pc:sldMk cId="3158973768" sldId="273"/>
        </pc:sldMkLst>
        <pc:spChg chg="mod">
          <ac:chgData name="JUAN FRANCISCO SANCHEZ PEÑALVER" userId="f86c5c4f-8c6d-4386-8cf4-6ee08c5f5ff3" providerId="ADAL" clId="{CFAFAFFD-F819-448B-84B6-4AC1775A9FF5}" dt="2026-01-30T09:32:54.183" v="17078" actId="20577"/>
          <ac:spMkLst>
            <pc:docMk/>
            <pc:sldMk cId="3158973768" sldId="273"/>
            <ac:spMk id="3" creationId="{9697B8CB-1390-A9A9-A8B3-771B653F8A9E}"/>
          </ac:spMkLst>
        </pc:spChg>
      </pc:sldChg>
      <pc:sldChg chg="addSp delSp modSp add mod modNotesTx">
        <pc:chgData name="JUAN FRANCISCO SANCHEZ PEÑALVER" userId="f86c5c4f-8c6d-4386-8cf4-6ee08c5f5ff3" providerId="ADAL" clId="{CFAFAFFD-F819-448B-84B6-4AC1775A9FF5}" dt="2026-01-30T10:25:44.407" v="17134" actId="20577"/>
        <pc:sldMkLst>
          <pc:docMk/>
          <pc:sldMk cId="3452815301" sldId="274"/>
        </pc:sldMkLst>
        <pc:spChg chg="mod">
          <ac:chgData name="JUAN FRANCISCO SANCHEZ PEÑALVER" userId="f86c5c4f-8c6d-4386-8cf4-6ee08c5f5ff3" providerId="ADAL" clId="{CFAFAFFD-F819-448B-84B6-4AC1775A9FF5}" dt="2026-01-30T10:18:38.919" v="17101"/>
          <ac:spMkLst>
            <pc:docMk/>
            <pc:sldMk cId="3452815301" sldId="274"/>
            <ac:spMk id="3" creationId="{D049DFE1-D650-0C4E-96DE-592148B06942}"/>
          </ac:spMkLst>
        </pc:spChg>
        <pc:picChg chg="add mod ord">
          <ac:chgData name="JUAN FRANCISCO SANCHEZ PEÑALVER" userId="f86c5c4f-8c6d-4386-8cf4-6ee08c5f5ff3" providerId="ADAL" clId="{CFAFAFFD-F819-448B-84B6-4AC1775A9FF5}" dt="2026-01-30T10:18:53.980" v="17106" actId="167"/>
          <ac:picMkLst>
            <pc:docMk/>
            <pc:sldMk cId="3452815301" sldId="274"/>
            <ac:picMk id="7" creationId="{8F4CC885-4701-2AC3-929E-24A1E158A1BA}"/>
          </ac:picMkLst>
        </pc:picChg>
        <pc:picChg chg="del mod">
          <ac:chgData name="JUAN FRANCISCO SANCHEZ PEÑALVER" userId="f86c5c4f-8c6d-4386-8cf4-6ee08c5f5ff3" providerId="ADAL" clId="{CFAFAFFD-F819-448B-84B6-4AC1775A9FF5}" dt="2026-01-30T10:18:55.497" v="17107" actId="478"/>
          <ac:picMkLst>
            <pc:docMk/>
            <pc:sldMk cId="3452815301" sldId="274"/>
            <ac:picMk id="16" creationId="{876C7C68-85F0-79F4-B21B-76EBA892028E}"/>
          </ac:picMkLst>
        </pc:picChg>
      </pc:sldChg>
      <pc:sldChg chg="addSp delSp modSp add mod modNotesTx">
        <pc:chgData name="JUAN FRANCISCO SANCHEZ PEÑALVER" userId="f86c5c4f-8c6d-4386-8cf4-6ee08c5f5ff3" providerId="ADAL" clId="{CFAFAFFD-F819-448B-84B6-4AC1775A9FF5}" dt="2026-01-30T11:01:34.115" v="17253" actId="404"/>
        <pc:sldMkLst>
          <pc:docMk/>
          <pc:sldMk cId="246263537" sldId="275"/>
        </pc:sldMkLst>
        <pc:spChg chg="mod ord">
          <ac:chgData name="JUAN FRANCISCO SANCHEZ PEÑALVER" userId="f86c5c4f-8c6d-4386-8cf4-6ee08c5f5ff3" providerId="ADAL" clId="{CFAFAFFD-F819-448B-84B6-4AC1775A9FF5}" dt="2026-01-30T11:01:34.115" v="17253" actId="404"/>
          <ac:spMkLst>
            <pc:docMk/>
            <pc:sldMk cId="246263537" sldId="275"/>
            <ac:spMk id="3" creationId="{E2FA884E-DA40-AE68-F9B5-12915A427663}"/>
          </ac:spMkLst>
        </pc:spChg>
        <pc:spChg chg="add del mod ord">
          <ac:chgData name="JUAN FRANCISCO SANCHEZ PEÑALVER" userId="f86c5c4f-8c6d-4386-8cf4-6ee08c5f5ff3" providerId="ADAL" clId="{CFAFAFFD-F819-448B-84B6-4AC1775A9FF5}" dt="2026-01-30T10:56:50.168" v="17174" actId="478"/>
          <ac:spMkLst>
            <pc:docMk/>
            <pc:sldMk cId="246263537" sldId="275"/>
            <ac:spMk id="6" creationId="{8118AB89-7CA4-23B1-2C42-63B250DA9738}"/>
          </ac:spMkLst>
        </pc:spChg>
        <pc:spChg chg="add mod ord">
          <ac:chgData name="JUAN FRANCISCO SANCHEZ PEÑALVER" userId="f86c5c4f-8c6d-4386-8cf4-6ee08c5f5ff3" providerId="ADAL" clId="{CFAFAFFD-F819-448B-84B6-4AC1775A9FF5}" dt="2026-01-30T11:01:14.048" v="17241" actId="255"/>
          <ac:spMkLst>
            <pc:docMk/>
            <pc:sldMk cId="246263537" sldId="275"/>
            <ac:spMk id="7" creationId="{DBFD8C4C-E2E3-F983-B205-C621639185C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DFC58E-D751-42A6-8020-AE212C2E6372}" type="datetimeFigureOut">
              <a:rPr lang="es-ES" smtClean="0"/>
              <a:t>30/01/2026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 dirty="0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139E1BF-F482-4B09-A220-7196C366D2D6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181925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Normalmente partimos de arquitecturas basadas en MVC o en capas clásicas. A ver, no es que estén mal; de hecho, es lo que solemos usar en las aplicaciones </a:t>
            </a:r>
            <a:r>
              <a:rPr lang="es-ES" dirty="0" err="1"/>
              <a:t>fundeweb</a:t>
            </a:r>
            <a:r>
              <a:rPr lang="es-ES" dirty="0"/>
              <a:t>.</a:t>
            </a:r>
          </a:p>
          <a:p>
            <a:endParaRPr lang="es-ES" dirty="0"/>
          </a:p>
          <a:p>
            <a:r>
              <a:rPr lang="es-ES" dirty="0"/>
              <a:t>El problema aparece cuando el dominio empieza a mezclarse con otros conceptos: entidades de base de datos que hacen de dominio y que acabamos trasladando a la vista, lógica de negocio en </a:t>
            </a:r>
            <a:r>
              <a:rPr lang="es-ES" dirty="0" err="1"/>
              <a:t>beans</a:t>
            </a:r>
            <a:r>
              <a:rPr lang="es-ES" dirty="0"/>
              <a:t> de respaldo, y clases de dominio que dependen directamente del </a:t>
            </a:r>
            <a:r>
              <a:rPr lang="es-ES" dirty="0" err="1"/>
              <a:t>framework</a:t>
            </a:r>
            <a:r>
              <a:rPr lang="es-ES" dirty="0"/>
              <a:t>.</a:t>
            </a:r>
          </a:p>
          <a:p>
            <a:endParaRPr lang="es-ES" dirty="0"/>
          </a:p>
          <a:p>
            <a:r>
              <a:rPr lang="es-ES" dirty="0"/>
              <a:t>Al final, la lógica de negocio queda repartida y muy acoplada a la infraestructura. Y eso tiene dos consecuencias claras: cuesta mantener y testear el código de nuestra aplicación.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9E1BF-F482-4B09-A220-7196C366D2D6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65817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41591-6F27-82B4-67EB-3464020C5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1A23C82A-53F0-0A51-4CEF-71CD11A532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2E900031-3923-3DA0-23C2-CC2FB7CEBE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Lo más importante en este tipo de arquitectura es quién conoce a quién.</a:t>
            </a:r>
          </a:p>
          <a:p>
            <a:endParaRPr lang="es-ES" dirty="0"/>
          </a:p>
          <a:p>
            <a:r>
              <a:rPr lang="es-ES" dirty="0"/>
              <a:t>La idea es que cada capa solo conoce lo que hay en su capa y en las que están más hacia el centro.</a:t>
            </a:r>
          </a:p>
          <a:p>
            <a:endParaRPr lang="es-ES" dirty="0"/>
          </a:p>
          <a:p>
            <a:r>
              <a:rPr lang="es-ES" dirty="0"/>
              <a:t>El dominio solo conoce el dominio. Por así decirlo, en las clases de dominio no debería haber </a:t>
            </a:r>
            <a:r>
              <a:rPr lang="es-ES" dirty="0" err="1"/>
              <a:t>imports</a:t>
            </a:r>
            <a:r>
              <a:rPr lang="es-ES" dirty="0"/>
              <a:t> ni de la capa de aplicación ni de infraestructura.</a:t>
            </a:r>
          </a:p>
          <a:p>
            <a:endParaRPr lang="es-ES" dirty="0"/>
          </a:p>
          <a:p>
            <a:r>
              <a:rPr lang="es-ES" dirty="0"/>
              <a:t>La capa de aplicación sí conoce el dominio, y orquesta los casos de uso. Y, por último, los adaptadores conocen tanto la aplicación como el dominio, porque son los que conectan con el exterior.</a:t>
            </a:r>
          </a:p>
          <a:p>
            <a:endParaRPr lang="es-ES" dirty="0"/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C75E0F73-BB94-E025-45F3-08C0506ED2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9E1BF-F482-4B09-A220-7196C366D2D6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4961486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0274A5-06D5-E150-D6A5-0BCED03D22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FACACB62-F7B3-B480-A6BC-F721E853E9D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BE11771-43C9-003E-1A8E-0D5E51FF79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La principal ventaja de este tipo de arquitectura es que la lógica de negocio queda aislada de los detalles tecnológicos.</a:t>
            </a:r>
          </a:p>
          <a:p>
            <a:endParaRPr lang="es-ES" dirty="0"/>
          </a:p>
          <a:p>
            <a:r>
              <a:rPr lang="es-ES" dirty="0"/>
              <a:t>Al dominio no le importa si estamos usando Spring, JPA, una base de datos relacional o cualquier otra cosa. </a:t>
            </a:r>
          </a:p>
          <a:p>
            <a:endParaRPr lang="es-ES" dirty="0"/>
          </a:p>
          <a:p>
            <a:r>
              <a:rPr lang="es-ES" dirty="0"/>
              <a:t>Eso hace que los cambios tecnológicos sean mucho más sencillos de abordar, porque no afectan directamente al núcleo de nuestra aplicación.</a:t>
            </a:r>
          </a:p>
          <a:p>
            <a:endParaRPr lang="es-ES" dirty="0"/>
          </a:p>
          <a:p>
            <a:r>
              <a:rPr lang="es-ES" dirty="0"/>
              <a:t>Y además, encaja muy bien con DDD, porque refuerza la idea de que el dominio es lo más importante de nuestra aplicación.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F91E931-2EB2-7721-4145-6F4142A1E3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9E1BF-F482-4B09-A220-7196C366D2D6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625329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7FBECE-BECE-110A-CB42-A22287154D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25AFA1C5-C517-DDBC-F5F1-95A134AEDD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A9C4176-86BE-E453-7B9A-18D72F09472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La arquitectura hexagonal se organiza en tres capas principales.</a:t>
            </a:r>
          </a:p>
          <a:p>
            <a:endParaRPr lang="es-ES" dirty="0"/>
          </a:p>
          <a:p>
            <a:r>
              <a:rPr lang="es-ES" dirty="0"/>
              <a:t>En el centro está el dominio, luego la aplicación y, en la capa más externa, la infraestructura.</a:t>
            </a:r>
          </a:p>
          <a:p>
            <a:endParaRPr lang="es-ES" dirty="0"/>
          </a:p>
          <a:p>
            <a:r>
              <a:rPr lang="es-ES" dirty="0"/>
              <a:t>Ahora vamos a ir viendo cada una de ellas empezando por la más externa.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563E45B-923E-7442-6EC6-07A09C096C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9E1BF-F482-4B09-A220-7196C366D2D6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3277541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991E25-C459-C1D3-BCFA-384B24B9F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0B27BAD-4D2D-F19C-32D4-7AFD0AF0542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C4467B98-D21A-9865-1B75-B48597A90C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La capa de infraestructura es la que conecta nuestra aplicación con el exterior.</a:t>
            </a:r>
          </a:p>
          <a:p>
            <a:endParaRPr lang="es-ES" dirty="0"/>
          </a:p>
          <a:p>
            <a:r>
              <a:rPr lang="es-ES" dirty="0"/>
              <a:t>Aquí es donde están las implementaciones ligadas al </a:t>
            </a:r>
            <a:r>
              <a:rPr lang="es-ES" dirty="0" err="1"/>
              <a:t>framework</a:t>
            </a:r>
            <a:r>
              <a:rPr lang="es-ES" dirty="0"/>
              <a:t>: los controladores REST, la persistencia, clientes a otros servicios.</a:t>
            </a:r>
          </a:p>
          <a:p>
            <a:endParaRPr lang="es-ES" dirty="0"/>
          </a:p>
          <a:p>
            <a:r>
              <a:rPr lang="es-ES" dirty="0"/>
              <a:t>Lo importante es que esta capa depende de la aplicación y del dominio, pero nunca al revés. Es el dominio el que define lo que necesita, y la infraestructura se adapta usando la tecnología que toque.</a:t>
            </a:r>
          </a:p>
          <a:p>
            <a:endParaRPr lang="es-ES" dirty="0"/>
          </a:p>
          <a:p>
            <a:r>
              <a:rPr lang="es-ES" dirty="0"/>
              <a:t>Ejemplo. El dominio dice “necesito guardar una Reserva”. La infraestructura dice “vale, lo hago con JPA”.</a:t>
            </a:r>
          </a:p>
          <a:p>
            <a:endParaRPr lang="es-ES" dirty="0"/>
          </a:p>
          <a:p>
            <a:r>
              <a:rPr lang="es-ES" dirty="0"/>
              <a:t>Si el día de mañana cambia la manera en la que se persisten los datos y, por ejemplo, llamamos a un servicio externo para esto, nuestro dominio está protegido y simplemente cambiamos un adaptador por otro, sin tocar el dominio.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21499C2-695A-EE88-8962-80916B6584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9E1BF-F482-4B09-A220-7196C366D2D6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931678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356A5A-2916-E769-9266-51C7FA7E6C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C43530B9-721F-B7C8-6EB4-47BAE6ED79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7FDB1025-0297-9FC7-94A8-139A64773F1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La capa de aplicación es la encargada de orquestar los casos de uso.</a:t>
            </a:r>
          </a:p>
          <a:p>
            <a:endParaRPr lang="es-ES" dirty="0"/>
          </a:p>
          <a:p>
            <a:r>
              <a:rPr lang="es-ES" dirty="0"/>
              <a:t>En esta capa no se toman decisiones de negocio; eso pertenece al dominio. Lo que hace es coordinar: recibe una petición, llama al dominio y, si hace falta, sale al exterior a través de un puerto.</a:t>
            </a:r>
          </a:p>
          <a:p>
            <a:endParaRPr lang="es-ES" dirty="0"/>
          </a:p>
          <a:p>
            <a:r>
              <a:rPr lang="es-ES" dirty="0"/>
              <a:t>También define los casos de uso, que representan lo que nuestra aplicación sabe hacer, y los puertos que necesita para interactuar con el exterior.</a:t>
            </a:r>
          </a:p>
          <a:p>
            <a:endParaRPr lang="es-ES" dirty="0"/>
          </a:p>
          <a:p>
            <a:r>
              <a:rPr lang="es-ES" dirty="0"/>
              <a:t>Aunque se suele hacer separación entre los puertos de entrada y de salida, por simplicidad, nosotros no haremos esa distinción y los agruparemos en una misma carpeta.</a:t>
            </a:r>
          </a:p>
          <a:p>
            <a:endParaRPr lang="es-ES" dirty="0"/>
          </a:p>
          <a:p>
            <a:r>
              <a:rPr lang="es-ES" dirty="0"/>
              <a:t>Al final, esta capa actúa como un intermediario entre el mundo exterior y el dominio, sin contaminarlo con detalles técnicos.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FFC5364-0D25-83B7-F784-F27E33B57B7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9E1BF-F482-4B09-A220-7196C366D2D6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7402557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98E7C-A3AE-250C-26AF-443427A05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D1FBD80D-63C5-AC6B-F42C-C8AC81AAD74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56E3285C-249F-A0FD-6F12-BBA336884E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La capa de dominio es la más importante de la aplicación.</a:t>
            </a:r>
          </a:p>
          <a:p>
            <a:endParaRPr lang="es-ES" dirty="0"/>
          </a:p>
          <a:p>
            <a:r>
              <a:rPr lang="es-ES" dirty="0"/>
              <a:t>Aquí es donde vive la lógica de negocio y donde expresamos las reglas que definen cómo funciona el sistema .El dominio no sabe nada de </a:t>
            </a:r>
            <a:r>
              <a:rPr lang="es-ES" dirty="0" err="1"/>
              <a:t>frameworks</a:t>
            </a:r>
            <a:r>
              <a:rPr lang="es-ES" dirty="0"/>
              <a:t>, de bases de datos ni de </a:t>
            </a:r>
            <a:r>
              <a:rPr lang="es-ES" dirty="0" err="1"/>
              <a:t>APIs</a:t>
            </a:r>
            <a:r>
              <a:rPr lang="es-ES" dirty="0"/>
              <a:t>. Solo conoce conceptos del negocio.</a:t>
            </a:r>
          </a:p>
          <a:p>
            <a:endParaRPr lang="es-ES" dirty="0"/>
          </a:p>
          <a:p>
            <a:r>
              <a:rPr lang="es-ES" dirty="0"/>
              <a:t>Cuando ocurre algo relevante desde el punto de vista del negocio, el dominio puede lanzar eventos para que capas superiores reaccionen. Y cuando se incumple una regla, es el propio dominio el que genera la excepción correspondiente.</a:t>
            </a:r>
          </a:p>
          <a:p>
            <a:endParaRPr lang="es-ES" dirty="0"/>
          </a:p>
          <a:p>
            <a:r>
              <a:rPr lang="es-ES" dirty="0"/>
              <a:t>Por eso decíamos antes que el dominio es lo que intentamos proteger: porque es donde está el conocimiento del negocio y lo que menos debería cambiar con el tiempo.</a:t>
            </a:r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7D3B360-106B-C389-02A0-EAEF35298EA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9E1BF-F482-4B09-A220-7196C366D2D6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677828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3482D-57A2-BC9B-37BF-E17ABC198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3E9E416C-9034-733E-602B-E4C62C0400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10CEA745-5A97-4E77-088C-99AD52DB95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Para cerrar el tema, es importante entender por qué la arquitectura hexagonal encaja tan bien con DDD.</a:t>
            </a:r>
          </a:p>
          <a:p>
            <a:endParaRPr lang="es-ES" dirty="0"/>
          </a:p>
          <a:p>
            <a:r>
              <a:rPr lang="es-ES" dirty="0"/>
              <a:t>DDD pone el foco en el dominio, en modelar correctamente el negocio y sus reglas.</a:t>
            </a:r>
          </a:p>
          <a:p>
            <a:endParaRPr lang="es-ES" dirty="0"/>
          </a:p>
          <a:p>
            <a:r>
              <a:rPr lang="es-ES" dirty="0"/>
              <a:t>La arquitectura hexagonal lo que hace es proteger ese dominio, aislándolo de la tecnología y de los detalles de infraestructura.</a:t>
            </a:r>
          </a:p>
          <a:p>
            <a:endParaRPr lang="es-ES" dirty="0"/>
          </a:p>
          <a:p>
            <a:r>
              <a:rPr lang="es-ES" dirty="0"/>
              <a:t>Por eso funcionan tan bien juntas: una te dice qué es importante, y la otra te ayuda a mantenerlo protegido con el paso del tiempo.</a:t>
            </a:r>
          </a:p>
          <a:p>
            <a:endParaRPr lang="es-ES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DB55EB6D-5C5B-B02B-CFEA-E0D97073EA5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139E1BF-F482-4B09-A220-7196C366D2D6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06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530134-03CF-B844-5FE9-CF8D98613C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2" y="365126"/>
            <a:ext cx="5187600" cy="315911"/>
          </a:xfrm>
        </p:spPr>
        <p:txBody>
          <a:bodyPr vert="horz" lIns="91440" tIns="45720" rIns="91440" bIns="45720" rtlCol="0" anchor="ctr">
            <a:noAutofit/>
          </a:bodyPr>
          <a:lstStyle>
            <a:lvl1pPr>
              <a:defRPr lang="es-ES" dirty="0"/>
            </a:lvl1pPr>
          </a:lstStyle>
          <a:p>
            <a:pPr lvl="0"/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A3E5D99-2FA6-118F-552A-8DEFB9BFCA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867747"/>
            <a:ext cx="9144000" cy="4656753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S" dirty="0"/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83EEE225-C217-1C99-1C7E-CBF0867951D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s-ES" dirty="0"/>
              <a:t>Haga clic para modificar el título de la presentación</a:t>
            </a:r>
          </a:p>
        </p:txBody>
      </p:sp>
      <p:sp>
        <p:nvSpPr>
          <p:cNvPr id="10" name="Marcador de fecha 9">
            <a:extLst>
              <a:ext uri="{FF2B5EF4-FFF2-40B4-BE49-F238E27FC236}">
                <a16:creationId xmlns:a16="http://schemas.microsoft.com/office/drawing/2014/main" id="{AEFA2ED0-E7EC-A30F-6300-F3D7529FA14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s-ES" dirty="0"/>
              <a:t>Nombre Unidad</a:t>
            </a:r>
          </a:p>
        </p:txBody>
      </p:sp>
    </p:spTree>
    <p:extLst>
      <p:ext uri="{BB962C8B-B14F-4D97-AF65-F5344CB8AC3E}">
        <p14:creationId xmlns:p14="http://schemas.microsoft.com/office/powerpoint/2010/main" val="21843255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535629-BE3D-F1DE-9ADB-5BD0477FD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B1B778B-C65B-6717-9635-1C6D8B0A57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D331AF2F-C6FC-7331-31E3-0E313DB24DA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s-ES" dirty="0"/>
              <a:t>Haga clic para modificar el título de la presentación</a:t>
            </a: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2244BFD9-1AA9-7014-183E-0BDFCC8182C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s-ES"/>
              <a:t>Nombre Unidad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0590437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EB84AD-5D38-27F0-2A96-7B7E6AF28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8715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CF4CD48-36DF-ADBB-466D-70C2378EA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3751263"/>
            <a:ext cx="10515600" cy="173513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659715E7-79BC-CB55-5398-83D150768D0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s-ES"/>
              <a:t>Haga clic para modificar el título de la presentación</a:t>
            </a:r>
            <a:endParaRPr lang="es-ES" dirty="0"/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D696B9DE-6579-D3CE-83FA-40F695B387D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s-ES"/>
              <a:t>Nombre Unidad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087725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AB7EAF-AA53-B0E7-36F8-BE36A7D4FF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1BA128E-7454-986D-3D81-73036B2545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873125"/>
            <a:ext cx="5181600" cy="46323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85CF0C9D-133E-655C-95C4-D980D98855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873125"/>
            <a:ext cx="5181600" cy="4632325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6EA0299F-A92E-5A14-FA99-29D625D41C9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s-ES"/>
              <a:t>Haga clic para modificar el título de la presentación</a:t>
            </a:r>
            <a:endParaRPr lang="es-ES" dirty="0"/>
          </a:p>
        </p:txBody>
      </p:sp>
      <p:sp>
        <p:nvSpPr>
          <p:cNvPr id="9" name="Marcador de fecha 8">
            <a:extLst>
              <a:ext uri="{FF2B5EF4-FFF2-40B4-BE49-F238E27FC236}">
                <a16:creationId xmlns:a16="http://schemas.microsoft.com/office/drawing/2014/main" id="{F01B5BFF-96A1-4721-C871-E829BEF07119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s-ES"/>
              <a:t>Nombre Unidad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4793931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902622-0A02-2239-E45F-F88F1693C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6"/>
            <a:ext cx="5157787" cy="315912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43E9A4C-7843-4930-1F6A-8A6EAC775C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928688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2C5E003-C45B-E844-FBC0-42094D3267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1752600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BEB0212-7E76-8601-742C-D3BE8719D8B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928688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F044D1B-8BE3-EC9D-E50E-28FA964B2E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752600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10" name="Marcador de pie de página 9">
            <a:extLst>
              <a:ext uri="{FF2B5EF4-FFF2-40B4-BE49-F238E27FC236}">
                <a16:creationId xmlns:a16="http://schemas.microsoft.com/office/drawing/2014/main" id="{CD1B1445-8FF5-17C4-6D98-D6488576BCCF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s-ES"/>
              <a:t>Haga clic para modificar el título de la presentación</a:t>
            </a:r>
            <a:endParaRPr lang="es-ES" dirty="0"/>
          </a:p>
        </p:txBody>
      </p:sp>
      <p:sp>
        <p:nvSpPr>
          <p:cNvPr id="11" name="Marcador de fecha 10">
            <a:extLst>
              <a:ext uri="{FF2B5EF4-FFF2-40B4-BE49-F238E27FC236}">
                <a16:creationId xmlns:a16="http://schemas.microsoft.com/office/drawing/2014/main" id="{7A06D4B6-2F80-6030-4EFE-843A0BD8DA1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s-ES"/>
              <a:t>Nombre Unidad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8797023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BD4A59-08EC-8657-C6F6-41A8C2F35C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87AF110-417D-D60F-C38D-6900F4DA9E2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s-ES"/>
              <a:t>Haga clic para modificar el título de la presentación</a:t>
            </a:r>
            <a:endParaRPr lang="es-ES" dirty="0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AA50192-175F-1585-1926-B864761E5840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s-ES"/>
              <a:t>Nombre Unidad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8684122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7BA4D09-9960-A79B-27E9-59800BB0524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s-ES"/>
              <a:t>Haga clic para modificar el título de la presentación</a:t>
            </a:r>
            <a:endParaRPr lang="es-ES" dirty="0"/>
          </a:p>
        </p:txBody>
      </p:sp>
      <p:sp>
        <p:nvSpPr>
          <p:cNvPr id="6" name="Marcador de fecha 5">
            <a:extLst>
              <a:ext uri="{FF2B5EF4-FFF2-40B4-BE49-F238E27FC236}">
                <a16:creationId xmlns:a16="http://schemas.microsoft.com/office/drawing/2014/main" id="{2ACB0EF7-3DEA-FF0D-D5AB-E210B6A328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s-ES"/>
              <a:t>Nombre Unidad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5143548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23AD63A-CCF7-50B3-7141-24378E2EF5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C99A0E7-FE36-ADF4-345D-8954F06863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6"/>
            <a:ext cx="6172200" cy="46037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344BBD5B-FDBC-A348-1A00-7BC1123E34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53377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1901CFB5-5012-CEA4-7EB0-3ECFAA925A51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s-ES"/>
              <a:t>Haga clic para modificar el título de la presentación</a:t>
            </a:r>
            <a:endParaRPr lang="es-ES" dirty="0"/>
          </a:p>
        </p:txBody>
      </p:sp>
      <p:sp>
        <p:nvSpPr>
          <p:cNvPr id="9" name="Marcador de fecha 8">
            <a:extLst>
              <a:ext uri="{FF2B5EF4-FFF2-40B4-BE49-F238E27FC236}">
                <a16:creationId xmlns:a16="http://schemas.microsoft.com/office/drawing/2014/main" id="{45F80777-0822-16A3-E9A0-970AEA5A351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s-ES"/>
              <a:t>Nombre Unidad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11019990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AB2C74-536E-9FCE-68AE-D2C8C4320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0E08CBC-4C77-A911-9167-9975951D59D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6323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s-ES" dirty="0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B49EBF62-32B3-0BDF-77EA-0271FE6108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5623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4479C548-2306-DA10-3E9B-8A73C52E878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s-ES"/>
              <a:t>Haga clic para modificar el título de la presentación</a:t>
            </a:r>
            <a:endParaRPr lang="es-ES" dirty="0"/>
          </a:p>
        </p:txBody>
      </p:sp>
      <p:sp>
        <p:nvSpPr>
          <p:cNvPr id="9" name="Marcador de fecha 8">
            <a:extLst>
              <a:ext uri="{FF2B5EF4-FFF2-40B4-BE49-F238E27FC236}">
                <a16:creationId xmlns:a16="http://schemas.microsoft.com/office/drawing/2014/main" id="{A516B9CC-B7A0-1422-D941-4E3CE420E227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s-ES"/>
              <a:t>Nombre Unidad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9972914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782953-896C-72F2-4D88-3F3807982B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78D2EE4-BE01-C004-DC44-ECC856962C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5EF7CC4E-0EC4-319F-ED78-96E4075A213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s-ES"/>
              <a:t>Haga clic para modificar el título de la presentación</a:t>
            </a:r>
            <a:endParaRPr lang="es-ES" dirty="0"/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863944EB-7AAF-4448-4A5E-70CC6E6EE83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s-ES"/>
              <a:t>Nombre Unidad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2512992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A23C432-1CB3-C8E5-2988-94E0262E437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781049"/>
            <a:ext cx="2628900" cy="482917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405BC5C-8E09-120E-7819-CA46D7C1E03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781049"/>
            <a:ext cx="7734300" cy="482917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S" dirty="0"/>
          </a:p>
        </p:txBody>
      </p:sp>
      <p:sp>
        <p:nvSpPr>
          <p:cNvPr id="7" name="Marcador de pie de página 6">
            <a:extLst>
              <a:ext uri="{FF2B5EF4-FFF2-40B4-BE49-F238E27FC236}">
                <a16:creationId xmlns:a16="http://schemas.microsoft.com/office/drawing/2014/main" id="{0E58F960-959A-1B58-D1B5-8F340040A8A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s-ES" dirty="0"/>
              <a:t>Haga clic para modificar el título de la presentación</a:t>
            </a:r>
          </a:p>
        </p:txBody>
      </p:sp>
      <p:sp>
        <p:nvSpPr>
          <p:cNvPr id="8" name="Marcador de fecha 7">
            <a:extLst>
              <a:ext uri="{FF2B5EF4-FFF2-40B4-BE49-F238E27FC236}">
                <a16:creationId xmlns:a16="http://schemas.microsoft.com/office/drawing/2014/main" id="{5F4D9FEF-A254-1AA9-5B4A-DEF8E1E75225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s-ES"/>
              <a:t>Nombre Unidad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105283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ortada">
    <p:bg>
      <p:bgPr>
        <a:solidFill>
          <a:srgbClr val="00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 redondeado 16">
            <a:extLst>
              <a:ext uri="{FF2B5EF4-FFF2-40B4-BE49-F238E27FC236}">
                <a16:creationId xmlns:a16="http://schemas.microsoft.com/office/drawing/2014/main" id="{71FE5AC9-2F36-C5C1-243B-3B039E767334}"/>
              </a:ext>
            </a:extLst>
          </p:cNvPr>
          <p:cNvSpPr/>
          <p:nvPr userDrawn="1"/>
        </p:nvSpPr>
        <p:spPr>
          <a:xfrm>
            <a:off x="793" y="5738254"/>
            <a:ext cx="12191208" cy="1119746"/>
          </a:xfrm>
          <a:custGeom>
            <a:avLst/>
            <a:gdLst>
              <a:gd name="connsiteX0" fmla="*/ 0 w 12191208"/>
              <a:gd name="connsiteY0" fmla="*/ 296738 h 1780390"/>
              <a:gd name="connsiteX1" fmla="*/ 296738 w 12191208"/>
              <a:gd name="connsiteY1" fmla="*/ 0 h 1780390"/>
              <a:gd name="connsiteX2" fmla="*/ 11894470 w 12191208"/>
              <a:gd name="connsiteY2" fmla="*/ 0 h 1780390"/>
              <a:gd name="connsiteX3" fmla="*/ 12191208 w 12191208"/>
              <a:gd name="connsiteY3" fmla="*/ 296738 h 1780390"/>
              <a:gd name="connsiteX4" fmla="*/ 12191208 w 12191208"/>
              <a:gd name="connsiteY4" fmla="*/ 1483652 h 1780390"/>
              <a:gd name="connsiteX5" fmla="*/ 11894470 w 12191208"/>
              <a:gd name="connsiteY5" fmla="*/ 1780390 h 1780390"/>
              <a:gd name="connsiteX6" fmla="*/ 296738 w 12191208"/>
              <a:gd name="connsiteY6" fmla="*/ 1780390 h 1780390"/>
              <a:gd name="connsiteX7" fmla="*/ 0 w 12191208"/>
              <a:gd name="connsiteY7" fmla="*/ 1483652 h 1780390"/>
              <a:gd name="connsiteX8" fmla="*/ 0 w 12191208"/>
              <a:gd name="connsiteY8" fmla="*/ 296738 h 1780390"/>
              <a:gd name="connsiteX0" fmla="*/ 11894470 w 12191208"/>
              <a:gd name="connsiteY0" fmla="*/ 1780390 h 1871830"/>
              <a:gd name="connsiteX1" fmla="*/ 296738 w 12191208"/>
              <a:gd name="connsiteY1" fmla="*/ 1780390 h 1871830"/>
              <a:gd name="connsiteX2" fmla="*/ 0 w 12191208"/>
              <a:gd name="connsiteY2" fmla="*/ 1483652 h 1871830"/>
              <a:gd name="connsiteX3" fmla="*/ 0 w 12191208"/>
              <a:gd name="connsiteY3" fmla="*/ 296738 h 1871830"/>
              <a:gd name="connsiteX4" fmla="*/ 296738 w 12191208"/>
              <a:gd name="connsiteY4" fmla="*/ 0 h 1871830"/>
              <a:gd name="connsiteX5" fmla="*/ 11894470 w 12191208"/>
              <a:gd name="connsiteY5" fmla="*/ 0 h 1871830"/>
              <a:gd name="connsiteX6" fmla="*/ 12191208 w 12191208"/>
              <a:gd name="connsiteY6" fmla="*/ 296738 h 1871830"/>
              <a:gd name="connsiteX7" fmla="*/ 12191208 w 12191208"/>
              <a:gd name="connsiteY7" fmla="*/ 1483652 h 1871830"/>
              <a:gd name="connsiteX8" fmla="*/ 11985910 w 12191208"/>
              <a:gd name="connsiteY8" fmla="*/ 1871830 h 1871830"/>
              <a:gd name="connsiteX0" fmla="*/ 11894470 w 12191208"/>
              <a:gd name="connsiteY0" fmla="*/ 1780390 h 1780390"/>
              <a:gd name="connsiteX1" fmla="*/ 296738 w 12191208"/>
              <a:gd name="connsiteY1" fmla="*/ 1780390 h 1780390"/>
              <a:gd name="connsiteX2" fmla="*/ 0 w 12191208"/>
              <a:gd name="connsiteY2" fmla="*/ 1483652 h 1780390"/>
              <a:gd name="connsiteX3" fmla="*/ 0 w 12191208"/>
              <a:gd name="connsiteY3" fmla="*/ 296738 h 1780390"/>
              <a:gd name="connsiteX4" fmla="*/ 296738 w 12191208"/>
              <a:gd name="connsiteY4" fmla="*/ 0 h 1780390"/>
              <a:gd name="connsiteX5" fmla="*/ 11894470 w 12191208"/>
              <a:gd name="connsiteY5" fmla="*/ 0 h 1780390"/>
              <a:gd name="connsiteX6" fmla="*/ 12191208 w 12191208"/>
              <a:gd name="connsiteY6" fmla="*/ 296738 h 1780390"/>
              <a:gd name="connsiteX7" fmla="*/ 12191208 w 12191208"/>
              <a:gd name="connsiteY7" fmla="*/ 1483652 h 1780390"/>
              <a:gd name="connsiteX0" fmla="*/ 11894470 w 12191208"/>
              <a:gd name="connsiteY0" fmla="*/ 1780390 h 1780390"/>
              <a:gd name="connsiteX1" fmla="*/ 0 w 12191208"/>
              <a:gd name="connsiteY1" fmla="*/ 1483652 h 1780390"/>
              <a:gd name="connsiteX2" fmla="*/ 0 w 12191208"/>
              <a:gd name="connsiteY2" fmla="*/ 296738 h 1780390"/>
              <a:gd name="connsiteX3" fmla="*/ 296738 w 12191208"/>
              <a:gd name="connsiteY3" fmla="*/ 0 h 1780390"/>
              <a:gd name="connsiteX4" fmla="*/ 11894470 w 12191208"/>
              <a:gd name="connsiteY4" fmla="*/ 0 h 1780390"/>
              <a:gd name="connsiteX5" fmla="*/ 12191208 w 12191208"/>
              <a:gd name="connsiteY5" fmla="*/ 296738 h 1780390"/>
              <a:gd name="connsiteX6" fmla="*/ 12191208 w 12191208"/>
              <a:gd name="connsiteY6" fmla="*/ 1483652 h 1780390"/>
              <a:gd name="connsiteX0" fmla="*/ 0 w 12191208"/>
              <a:gd name="connsiteY0" fmla="*/ 1483652 h 1483652"/>
              <a:gd name="connsiteX1" fmla="*/ 0 w 12191208"/>
              <a:gd name="connsiteY1" fmla="*/ 296738 h 1483652"/>
              <a:gd name="connsiteX2" fmla="*/ 296738 w 12191208"/>
              <a:gd name="connsiteY2" fmla="*/ 0 h 1483652"/>
              <a:gd name="connsiteX3" fmla="*/ 11894470 w 12191208"/>
              <a:gd name="connsiteY3" fmla="*/ 0 h 1483652"/>
              <a:gd name="connsiteX4" fmla="*/ 12191208 w 12191208"/>
              <a:gd name="connsiteY4" fmla="*/ 296738 h 1483652"/>
              <a:gd name="connsiteX5" fmla="*/ 12191208 w 12191208"/>
              <a:gd name="connsiteY5" fmla="*/ 1483652 h 1483652"/>
              <a:gd name="connsiteX0" fmla="*/ 0 w 12191208"/>
              <a:gd name="connsiteY0" fmla="*/ 1483652 h 1483652"/>
              <a:gd name="connsiteX1" fmla="*/ 0 w 12191208"/>
              <a:gd name="connsiteY1" fmla="*/ 296738 h 1483652"/>
              <a:gd name="connsiteX2" fmla="*/ 296738 w 12191208"/>
              <a:gd name="connsiteY2" fmla="*/ 0 h 1483652"/>
              <a:gd name="connsiteX3" fmla="*/ 11894470 w 12191208"/>
              <a:gd name="connsiteY3" fmla="*/ 0 h 1483652"/>
              <a:gd name="connsiteX4" fmla="*/ 12191208 w 12191208"/>
              <a:gd name="connsiteY4" fmla="*/ 296738 h 1483652"/>
              <a:gd name="connsiteX5" fmla="*/ 12191208 w 12191208"/>
              <a:gd name="connsiteY5" fmla="*/ 1483652 h 1483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208" h="1483652">
                <a:moveTo>
                  <a:pt x="0" y="1483652"/>
                </a:moveTo>
                <a:lnTo>
                  <a:pt x="0" y="296738"/>
                </a:lnTo>
                <a:cubicBezTo>
                  <a:pt x="0" y="132854"/>
                  <a:pt x="132854" y="0"/>
                  <a:pt x="296738" y="0"/>
                </a:cubicBezTo>
                <a:lnTo>
                  <a:pt x="11894470" y="0"/>
                </a:lnTo>
                <a:cubicBezTo>
                  <a:pt x="12058354" y="0"/>
                  <a:pt x="12191208" y="132854"/>
                  <a:pt x="12191208" y="296738"/>
                </a:cubicBezTo>
                <a:lnTo>
                  <a:pt x="12191208" y="1483652"/>
                </a:lnTo>
              </a:path>
            </a:pathLst>
          </a:custGeom>
          <a:noFill/>
          <a:ln>
            <a:solidFill>
              <a:srgbClr val="F421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701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A2589B-554D-FC37-3410-065B8D7FE12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rgbClr val="EEE9E0"/>
                </a:solidFill>
              </a:defRPr>
            </a:lvl1pPr>
          </a:lstStyle>
          <a:p>
            <a:r>
              <a:rPr lang="es-ES" dirty="0"/>
              <a:t>Nombre Unidad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DA8BFF3-73AB-9E6F-9AC1-73D2BAE947E4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5952527"/>
            <a:ext cx="4777200" cy="691200"/>
          </a:xfrm>
          <a:prstGeom prst="rect">
            <a:avLst/>
          </a:prstGeom>
        </p:spPr>
      </p:pic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2D8AFB1-406A-1993-4AD1-B076E5F1A861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 anchor="t"/>
          <a:lstStyle>
            <a:lvl1pPr>
              <a:defRPr/>
            </a:lvl1pPr>
          </a:lstStyle>
          <a:p>
            <a:pPr algn="r"/>
            <a:r>
              <a:rPr lang="es-ES" dirty="0"/>
              <a:t>Nombre y apellidos ponente/s</a:t>
            </a:r>
          </a:p>
        </p:txBody>
      </p:sp>
      <p:sp>
        <p:nvSpPr>
          <p:cNvPr id="7" name="Título 1">
            <a:extLst>
              <a:ext uri="{FF2B5EF4-FFF2-40B4-BE49-F238E27FC236}">
                <a16:creationId xmlns:a16="http://schemas.microsoft.com/office/drawing/2014/main" id="{3B00AEB7-8005-5FDB-B8D1-DA0A1E8334D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5186263" cy="5206999"/>
          </a:xfrm>
        </p:spPr>
        <p:txBody>
          <a:bodyPr anchor="t"/>
          <a:lstStyle>
            <a:lvl1pPr algn="l">
              <a:defRPr sz="6000">
                <a:solidFill>
                  <a:srgbClr val="DED5CB"/>
                </a:solidFill>
              </a:defRPr>
            </a:lvl1pPr>
          </a:lstStyle>
          <a:p>
            <a:r>
              <a:rPr lang="es-ES" dirty="0"/>
              <a:t>Haga clic para modificar el de título de la presentación</a:t>
            </a:r>
          </a:p>
        </p:txBody>
      </p:sp>
    </p:spTree>
    <p:extLst>
      <p:ext uri="{BB962C8B-B14F-4D97-AF65-F5344CB8AC3E}">
        <p14:creationId xmlns:p14="http://schemas.microsoft.com/office/powerpoint/2010/main" val="4093917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alto Capítulo">
    <p:bg>
      <p:bgPr>
        <a:solidFill>
          <a:srgbClr val="00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redondeado 16">
            <a:extLst>
              <a:ext uri="{FF2B5EF4-FFF2-40B4-BE49-F238E27FC236}">
                <a16:creationId xmlns:a16="http://schemas.microsoft.com/office/drawing/2014/main" id="{A4EFE4AF-9D8C-AD9A-E16C-39301D85FE95}"/>
              </a:ext>
            </a:extLst>
          </p:cNvPr>
          <p:cNvSpPr/>
          <p:nvPr userDrawn="1"/>
        </p:nvSpPr>
        <p:spPr>
          <a:xfrm>
            <a:off x="793" y="5738254"/>
            <a:ext cx="12191208" cy="1119746"/>
          </a:xfrm>
          <a:custGeom>
            <a:avLst/>
            <a:gdLst>
              <a:gd name="connsiteX0" fmla="*/ 0 w 12191208"/>
              <a:gd name="connsiteY0" fmla="*/ 296738 h 1780390"/>
              <a:gd name="connsiteX1" fmla="*/ 296738 w 12191208"/>
              <a:gd name="connsiteY1" fmla="*/ 0 h 1780390"/>
              <a:gd name="connsiteX2" fmla="*/ 11894470 w 12191208"/>
              <a:gd name="connsiteY2" fmla="*/ 0 h 1780390"/>
              <a:gd name="connsiteX3" fmla="*/ 12191208 w 12191208"/>
              <a:gd name="connsiteY3" fmla="*/ 296738 h 1780390"/>
              <a:gd name="connsiteX4" fmla="*/ 12191208 w 12191208"/>
              <a:gd name="connsiteY4" fmla="*/ 1483652 h 1780390"/>
              <a:gd name="connsiteX5" fmla="*/ 11894470 w 12191208"/>
              <a:gd name="connsiteY5" fmla="*/ 1780390 h 1780390"/>
              <a:gd name="connsiteX6" fmla="*/ 296738 w 12191208"/>
              <a:gd name="connsiteY6" fmla="*/ 1780390 h 1780390"/>
              <a:gd name="connsiteX7" fmla="*/ 0 w 12191208"/>
              <a:gd name="connsiteY7" fmla="*/ 1483652 h 1780390"/>
              <a:gd name="connsiteX8" fmla="*/ 0 w 12191208"/>
              <a:gd name="connsiteY8" fmla="*/ 296738 h 1780390"/>
              <a:gd name="connsiteX0" fmla="*/ 11894470 w 12191208"/>
              <a:gd name="connsiteY0" fmla="*/ 1780390 h 1871830"/>
              <a:gd name="connsiteX1" fmla="*/ 296738 w 12191208"/>
              <a:gd name="connsiteY1" fmla="*/ 1780390 h 1871830"/>
              <a:gd name="connsiteX2" fmla="*/ 0 w 12191208"/>
              <a:gd name="connsiteY2" fmla="*/ 1483652 h 1871830"/>
              <a:gd name="connsiteX3" fmla="*/ 0 w 12191208"/>
              <a:gd name="connsiteY3" fmla="*/ 296738 h 1871830"/>
              <a:gd name="connsiteX4" fmla="*/ 296738 w 12191208"/>
              <a:gd name="connsiteY4" fmla="*/ 0 h 1871830"/>
              <a:gd name="connsiteX5" fmla="*/ 11894470 w 12191208"/>
              <a:gd name="connsiteY5" fmla="*/ 0 h 1871830"/>
              <a:gd name="connsiteX6" fmla="*/ 12191208 w 12191208"/>
              <a:gd name="connsiteY6" fmla="*/ 296738 h 1871830"/>
              <a:gd name="connsiteX7" fmla="*/ 12191208 w 12191208"/>
              <a:gd name="connsiteY7" fmla="*/ 1483652 h 1871830"/>
              <a:gd name="connsiteX8" fmla="*/ 11985910 w 12191208"/>
              <a:gd name="connsiteY8" fmla="*/ 1871830 h 1871830"/>
              <a:gd name="connsiteX0" fmla="*/ 11894470 w 12191208"/>
              <a:gd name="connsiteY0" fmla="*/ 1780390 h 1780390"/>
              <a:gd name="connsiteX1" fmla="*/ 296738 w 12191208"/>
              <a:gd name="connsiteY1" fmla="*/ 1780390 h 1780390"/>
              <a:gd name="connsiteX2" fmla="*/ 0 w 12191208"/>
              <a:gd name="connsiteY2" fmla="*/ 1483652 h 1780390"/>
              <a:gd name="connsiteX3" fmla="*/ 0 w 12191208"/>
              <a:gd name="connsiteY3" fmla="*/ 296738 h 1780390"/>
              <a:gd name="connsiteX4" fmla="*/ 296738 w 12191208"/>
              <a:gd name="connsiteY4" fmla="*/ 0 h 1780390"/>
              <a:gd name="connsiteX5" fmla="*/ 11894470 w 12191208"/>
              <a:gd name="connsiteY5" fmla="*/ 0 h 1780390"/>
              <a:gd name="connsiteX6" fmla="*/ 12191208 w 12191208"/>
              <a:gd name="connsiteY6" fmla="*/ 296738 h 1780390"/>
              <a:gd name="connsiteX7" fmla="*/ 12191208 w 12191208"/>
              <a:gd name="connsiteY7" fmla="*/ 1483652 h 1780390"/>
              <a:gd name="connsiteX0" fmla="*/ 11894470 w 12191208"/>
              <a:gd name="connsiteY0" fmla="*/ 1780390 h 1780390"/>
              <a:gd name="connsiteX1" fmla="*/ 0 w 12191208"/>
              <a:gd name="connsiteY1" fmla="*/ 1483652 h 1780390"/>
              <a:gd name="connsiteX2" fmla="*/ 0 w 12191208"/>
              <a:gd name="connsiteY2" fmla="*/ 296738 h 1780390"/>
              <a:gd name="connsiteX3" fmla="*/ 296738 w 12191208"/>
              <a:gd name="connsiteY3" fmla="*/ 0 h 1780390"/>
              <a:gd name="connsiteX4" fmla="*/ 11894470 w 12191208"/>
              <a:gd name="connsiteY4" fmla="*/ 0 h 1780390"/>
              <a:gd name="connsiteX5" fmla="*/ 12191208 w 12191208"/>
              <a:gd name="connsiteY5" fmla="*/ 296738 h 1780390"/>
              <a:gd name="connsiteX6" fmla="*/ 12191208 w 12191208"/>
              <a:gd name="connsiteY6" fmla="*/ 1483652 h 1780390"/>
              <a:gd name="connsiteX0" fmla="*/ 0 w 12191208"/>
              <a:gd name="connsiteY0" fmla="*/ 1483652 h 1483652"/>
              <a:gd name="connsiteX1" fmla="*/ 0 w 12191208"/>
              <a:gd name="connsiteY1" fmla="*/ 296738 h 1483652"/>
              <a:gd name="connsiteX2" fmla="*/ 296738 w 12191208"/>
              <a:gd name="connsiteY2" fmla="*/ 0 h 1483652"/>
              <a:gd name="connsiteX3" fmla="*/ 11894470 w 12191208"/>
              <a:gd name="connsiteY3" fmla="*/ 0 h 1483652"/>
              <a:gd name="connsiteX4" fmla="*/ 12191208 w 12191208"/>
              <a:gd name="connsiteY4" fmla="*/ 296738 h 1483652"/>
              <a:gd name="connsiteX5" fmla="*/ 12191208 w 12191208"/>
              <a:gd name="connsiteY5" fmla="*/ 1483652 h 1483652"/>
              <a:gd name="connsiteX0" fmla="*/ 0 w 12191208"/>
              <a:gd name="connsiteY0" fmla="*/ 1483652 h 1483652"/>
              <a:gd name="connsiteX1" fmla="*/ 0 w 12191208"/>
              <a:gd name="connsiteY1" fmla="*/ 296738 h 1483652"/>
              <a:gd name="connsiteX2" fmla="*/ 296738 w 12191208"/>
              <a:gd name="connsiteY2" fmla="*/ 0 h 1483652"/>
              <a:gd name="connsiteX3" fmla="*/ 11894470 w 12191208"/>
              <a:gd name="connsiteY3" fmla="*/ 0 h 1483652"/>
              <a:gd name="connsiteX4" fmla="*/ 12191208 w 12191208"/>
              <a:gd name="connsiteY4" fmla="*/ 296738 h 1483652"/>
              <a:gd name="connsiteX5" fmla="*/ 12191208 w 12191208"/>
              <a:gd name="connsiteY5" fmla="*/ 1483652 h 1483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208" h="1483652">
                <a:moveTo>
                  <a:pt x="0" y="1483652"/>
                </a:moveTo>
                <a:lnTo>
                  <a:pt x="0" y="296738"/>
                </a:lnTo>
                <a:cubicBezTo>
                  <a:pt x="0" y="132854"/>
                  <a:pt x="132854" y="0"/>
                  <a:pt x="296738" y="0"/>
                </a:cubicBezTo>
                <a:lnTo>
                  <a:pt x="11894470" y="0"/>
                </a:lnTo>
                <a:cubicBezTo>
                  <a:pt x="12058354" y="0"/>
                  <a:pt x="12191208" y="132854"/>
                  <a:pt x="12191208" y="296738"/>
                </a:cubicBezTo>
                <a:lnTo>
                  <a:pt x="12191208" y="1483652"/>
                </a:lnTo>
              </a:path>
            </a:pathLst>
          </a:custGeom>
          <a:noFill/>
          <a:ln>
            <a:solidFill>
              <a:srgbClr val="F421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701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45A7FA0D-C946-40D6-8C2E-A1DF5DD373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86263" cy="5206999"/>
          </a:xfrm>
        </p:spPr>
        <p:txBody>
          <a:bodyPr anchor="t"/>
          <a:lstStyle>
            <a:lvl1pPr algn="l">
              <a:defRPr sz="6000">
                <a:solidFill>
                  <a:srgbClr val="DED5CB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ES" dirty="0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5BE7D12-5774-84AD-7A4E-EF43DE832D1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67535" y="365126"/>
            <a:ext cx="5186263" cy="5206998"/>
          </a:xfrm>
        </p:spPr>
        <p:txBody>
          <a:bodyPr anchor="t"/>
          <a:lstStyle>
            <a:lvl1pPr>
              <a:defRPr/>
            </a:lvl1pPr>
          </a:lstStyle>
          <a:p>
            <a:pPr algn="r"/>
            <a:r>
              <a:rPr lang="es-ES" sz="6000" dirty="0">
                <a:solidFill>
                  <a:srgbClr val="DED5CB"/>
                </a:solidFill>
                <a:ea typeface="+mj-ea"/>
                <a:cs typeface="+mj-cs"/>
              </a:rPr>
              <a:t>Núm. Capítulo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9A2589B-554D-FC37-3410-065B8D7FE12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rgbClr val="EEE9E0"/>
                </a:solidFill>
              </a:defRPr>
            </a:lvl1pPr>
          </a:lstStyle>
          <a:p>
            <a:r>
              <a:rPr lang="es-ES" dirty="0"/>
              <a:t>Nombre Unidad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DDA8BFF3-73AB-9E6F-9AC1-73D2BAE947E4}"/>
              </a:ext>
            </a:extLst>
          </p:cNvPr>
          <p:cNvPicPr>
            <a:picLocks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38200" y="5959617"/>
            <a:ext cx="4777200" cy="691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284691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Fin">
    <p:bg>
      <p:bgPr>
        <a:solidFill>
          <a:srgbClr val="00212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96489A3C-9EAE-4E1A-5D5A-1A2A3951107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806825" y="1139825"/>
            <a:ext cx="4578350" cy="4578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571331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D0043E-AFFC-C0ED-FC94-E5126C7B07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49703CB9-8B6F-BEC0-9618-03CA95B0466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 algn="l"/>
            <a:r>
              <a:rPr lang="es-ES"/>
              <a:t>Haga clic para modificar el título de la presentación</a:t>
            </a: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DEA6B0E-33F2-55BE-4C6A-D5A35F36FE3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s-ES"/>
              <a:t>Nombre Unidad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3792396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9E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F6434D3-F78E-A0B4-56B6-DF951000D0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186263" cy="31591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655E512-936D-C48D-3C76-7E31390894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886408"/>
            <a:ext cx="10515600" cy="47333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Haga clic para modificar los estilos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</a:p>
        </p:txBody>
      </p:sp>
      <p:sp>
        <p:nvSpPr>
          <p:cNvPr id="9" name="Marcador de pie de página 8">
            <a:extLst>
              <a:ext uri="{FF2B5EF4-FFF2-40B4-BE49-F238E27FC236}">
                <a16:creationId xmlns:a16="http://schemas.microsoft.com/office/drawing/2014/main" id="{F41017BF-444F-5CBB-50E9-A7B775D17FF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67535" y="365126"/>
            <a:ext cx="5186263" cy="31591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rgbClr val="F42100"/>
                </a:solidFill>
                <a:latin typeface="IBM Plex Sans" panose="020B0503050203000203" pitchFamily="34" charset="0"/>
              </a:defRPr>
            </a:lvl1pPr>
          </a:lstStyle>
          <a:p>
            <a:pPr algn="l"/>
            <a:r>
              <a:rPr lang="es-ES" dirty="0"/>
              <a:t>Haga clic para modificar el título de la presentación</a:t>
            </a:r>
          </a:p>
        </p:txBody>
      </p:sp>
      <p:sp>
        <p:nvSpPr>
          <p:cNvPr id="10" name="Rectángulo redondeado 16">
            <a:extLst>
              <a:ext uri="{FF2B5EF4-FFF2-40B4-BE49-F238E27FC236}">
                <a16:creationId xmlns:a16="http://schemas.microsoft.com/office/drawing/2014/main" id="{AEDF752A-2C38-F099-B9CE-D8502CD9AD7F}"/>
              </a:ext>
            </a:extLst>
          </p:cNvPr>
          <p:cNvSpPr/>
          <p:nvPr userDrawn="1"/>
        </p:nvSpPr>
        <p:spPr>
          <a:xfrm>
            <a:off x="793" y="5738254"/>
            <a:ext cx="12191208" cy="1119746"/>
          </a:xfrm>
          <a:custGeom>
            <a:avLst/>
            <a:gdLst>
              <a:gd name="connsiteX0" fmla="*/ 0 w 12191208"/>
              <a:gd name="connsiteY0" fmla="*/ 296738 h 1780390"/>
              <a:gd name="connsiteX1" fmla="*/ 296738 w 12191208"/>
              <a:gd name="connsiteY1" fmla="*/ 0 h 1780390"/>
              <a:gd name="connsiteX2" fmla="*/ 11894470 w 12191208"/>
              <a:gd name="connsiteY2" fmla="*/ 0 h 1780390"/>
              <a:gd name="connsiteX3" fmla="*/ 12191208 w 12191208"/>
              <a:gd name="connsiteY3" fmla="*/ 296738 h 1780390"/>
              <a:gd name="connsiteX4" fmla="*/ 12191208 w 12191208"/>
              <a:gd name="connsiteY4" fmla="*/ 1483652 h 1780390"/>
              <a:gd name="connsiteX5" fmla="*/ 11894470 w 12191208"/>
              <a:gd name="connsiteY5" fmla="*/ 1780390 h 1780390"/>
              <a:gd name="connsiteX6" fmla="*/ 296738 w 12191208"/>
              <a:gd name="connsiteY6" fmla="*/ 1780390 h 1780390"/>
              <a:gd name="connsiteX7" fmla="*/ 0 w 12191208"/>
              <a:gd name="connsiteY7" fmla="*/ 1483652 h 1780390"/>
              <a:gd name="connsiteX8" fmla="*/ 0 w 12191208"/>
              <a:gd name="connsiteY8" fmla="*/ 296738 h 1780390"/>
              <a:gd name="connsiteX0" fmla="*/ 11894470 w 12191208"/>
              <a:gd name="connsiteY0" fmla="*/ 1780390 h 1871830"/>
              <a:gd name="connsiteX1" fmla="*/ 296738 w 12191208"/>
              <a:gd name="connsiteY1" fmla="*/ 1780390 h 1871830"/>
              <a:gd name="connsiteX2" fmla="*/ 0 w 12191208"/>
              <a:gd name="connsiteY2" fmla="*/ 1483652 h 1871830"/>
              <a:gd name="connsiteX3" fmla="*/ 0 w 12191208"/>
              <a:gd name="connsiteY3" fmla="*/ 296738 h 1871830"/>
              <a:gd name="connsiteX4" fmla="*/ 296738 w 12191208"/>
              <a:gd name="connsiteY4" fmla="*/ 0 h 1871830"/>
              <a:gd name="connsiteX5" fmla="*/ 11894470 w 12191208"/>
              <a:gd name="connsiteY5" fmla="*/ 0 h 1871830"/>
              <a:gd name="connsiteX6" fmla="*/ 12191208 w 12191208"/>
              <a:gd name="connsiteY6" fmla="*/ 296738 h 1871830"/>
              <a:gd name="connsiteX7" fmla="*/ 12191208 w 12191208"/>
              <a:gd name="connsiteY7" fmla="*/ 1483652 h 1871830"/>
              <a:gd name="connsiteX8" fmla="*/ 11985910 w 12191208"/>
              <a:gd name="connsiteY8" fmla="*/ 1871830 h 1871830"/>
              <a:gd name="connsiteX0" fmla="*/ 11894470 w 12191208"/>
              <a:gd name="connsiteY0" fmla="*/ 1780390 h 1780390"/>
              <a:gd name="connsiteX1" fmla="*/ 296738 w 12191208"/>
              <a:gd name="connsiteY1" fmla="*/ 1780390 h 1780390"/>
              <a:gd name="connsiteX2" fmla="*/ 0 w 12191208"/>
              <a:gd name="connsiteY2" fmla="*/ 1483652 h 1780390"/>
              <a:gd name="connsiteX3" fmla="*/ 0 w 12191208"/>
              <a:gd name="connsiteY3" fmla="*/ 296738 h 1780390"/>
              <a:gd name="connsiteX4" fmla="*/ 296738 w 12191208"/>
              <a:gd name="connsiteY4" fmla="*/ 0 h 1780390"/>
              <a:gd name="connsiteX5" fmla="*/ 11894470 w 12191208"/>
              <a:gd name="connsiteY5" fmla="*/ 0 h 1780390"/>
              <a:gd name="connsiteX6" fmla="*/ 12191208 w 12191208"/>
              <a:gd name="connsiteY6" fmla="*/ 296738 h 1780390"/>
              <a:gd name="connsiteX7" fmla="*/ 12191208 w 12191208"/>
              <a:gd name="connsiteY7" fmla="*/ 1483652 h 1780390"/>
              <a:gd name="connsiteX0" fmla="*/ 11894470 w 12191208"/>
              <a:gd name="connsiteY0" fmla="*/ 1780390 h 1780390"/>
              <a:gd name="connsiteX1" fmla="*/ 0 w 12191208"/>
              <a:gd name="connsiteY1" fmla="*/ 1483652 h 1780390"/>
              <a:gd name="connsiteX2" fmla="*/ 0 w 12191208"/>
              <a:gd name="connsiteY2" fmla="*/ 296738 h 1780390"/>
              <a:gd name="connsiteX3" fmla="*/ 296738 w 12191208"/>
              <a:gd name="connsiteY3" fmla="*/ 0 h 1780390"/>
              <a:gd name="connsiteX4" fmla="*/ 11894470 w 12191208"/>
              <a:gd name="connsiteY4" fmla="*/ 0 h 1780390"/>
              <a:gd name="connsiteX5" fmla="*/ 12191208 w 12191208"/>
              <a:gd name="connsiteY5" fmla="*/ 296738 h 1780390"/>
              <a:gd name="connsiteX6" fmla="*/ 12191208 w 12191208"/>
              <a:gd name="connsiteY6" fmla="*/ 1483652 h 1780390"/>
              <a:gd name="connsiteX0" fmla="*/ 0 w 12191208"/>
              <a:gd name="connsiteY0" fmla="*/ 1483652 h 1483652"/>
              <a:gd name="connsiteX1" fmla="*/ 0 w 12191208"/>
              <a:gd name="connsiteY1" fmla="*/ 296738 h 1483652"/>
              <a:gd name="connsiteX2" fmla="*/ 296738 w 12191208"/>
              <a:gd name="connsiteY2" fmla="*/ 0 h 1483652"/>
              <a:gd name="connsiteX3" fmla="*/ 11894470 w 12191208"/>
              <a:gd name="connsiteY3" fmla="*/ 0 h 1483652"/>
              <a:gd name="connsiteX4" fmla="*/ 12191208 w 12191208"/>
              <a:gd name="connsiteY4" fmla="*/ 296738 h 1483652"/>
              <a:gd name="connsiteX5" fmla="*/ 12191208 w 12191208"/>
              <a:gd name="connsiteY5" fmla="*/ 1483652 h 1483652"/>
              <a:gd name="connsiteX0" fmla="*/ 0 w 12191208"/>
              <a:gd name="connsiteY0" fmla="*/ 1483652 h 1483652"/>
              <a:gd name="connsiteX1" fmla="*/ 0 w 12191208"/>
              <a:gd name="connsiteY1" fmla="*/ 296738 h 1483652"/>
              <a:gd name="connsiteX2" fmla="*/ 296738 w 12191208"/>
              <a:gd name="connsiteY2" fmla="*/ 0 h 1483652"/>
              <a:gd name="connsiteX3" fmla="*/ 11894470 w 12191208"/>
              <a:gd name="connsiteY3" fmla="*/ 0 h 1483652"/>
              <a:gd name="connsiteX4" fmla="*/ 12191208 w 12191208"/>
              <a:gd name="connsiteY4" fmla="*/ 296738 h 1483652"/>
              <a:gd name="connsiteX5" fmla="*/ 12191208 w 12191208"/>
              <a:gd name="connsiteY5" fmla="*/ 1483652 h 14836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91208" h="1483652">
                <a:moveTo>
                  <a:pt x="0" y="1483652"/>
                </a:moveTo>
                <a:lnTo>
                  <a:pt x="0" y="296738"/>
                </a:lnTo>
                <a:cubicBezTo>
                  <a:pt x="0" y="132854"/>
                  <a:pt x="132854" y="0"/>
                  <a:pt x="296738" y="0"/>
                </a:cubicBezTo>
                <a:lnTo>
                  <a:pt x="11894470" y="0"/>
                </a:lnTo>
                <a:cubicBezTo>
                  <a:pt x="12058354" y="0"/>
                  <a:pt x="12191208" y="132854"/>
                  <a:pt x="12191208" y="296738"/>
                </a:cubicBezTo>
                <a:lnTo>
                  <a:pt x="12191208" y="1483652"/>
                </a:lnTo>
              </a:path>
            </a:pathLst>
          </a:custGeom>
          <a:noFill/>
          <a:ln>
            <a:solidFill>
              <a:srgbClr val="F42100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 sz="2701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A6E544AF-DACA-D201-9AD0-2F040507A5D8}"/>
              </a:ext>
            </a:extLst>
          </p:cNvPr>
          <p:cNvPicPr>
            <a:picLocks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838200" y="5958667"/>
            <a:ext cx="4778296" cy="691200"/>
          </a:xfrm>
          <a:prstGeom prst="rect">
            <a:avLst/>
          </a:prstGeom>
        </p:spPr>
      </p:pic>
      <p:sp>
        <p:nvSpPr>
          <p:cNvPr id="13" name="Marcador de fecha 12">
            <a:extLst>
              <a:ext uri="{FF2B5EF4-FFF2-40B4-BE49-F238E27FC236}">
                <a16:creationId xmlns:a16="http://schemas.microsoft.com/office/drawing/2014/main" id="{838B2287-86A7-4C0B-D681-5CE7A689555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443245" y="5958667"/>
            <a:ext cx="2910553" cy="692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rgbClr val="002129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s-ES" dirty="0"/>
              <a:t>Nombre Unidad</a:t>
            </a:r>
          </a:p>
        </p:txBody>
      </p:sp>
    </p:spTree>
    <p:extLst>
      <p:ext uri="{BB962C8B-B14F-4D97-AF65-F5344CB8AC3E}">
        <p14:creationId xmlns:p14="http://schemas.microsoft.com/office/powerpoint/2010/main" val="9724767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2" r:id="rId13"/>
    <p:sldLayoutId id="2147483663" r:id="rId14"/>
    <p:sldLayoutId id="2147483664" r:id="rId15"/>
  </p:sldLayoutIdLst>
  <p:hf sldNum="0"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1600" kern="1200">
          <a:solidFill>
            <a:srgbClr val="F42100"/>
          </a:solidFill>
          <a:latin typeface="IBM Plex Sans" panose="020B0503050203000203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IBM Plex Sans" panose="020B0503050203000203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D28FFD3-3209-26B9-183E-0B1227CCEC5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pPr algn="r"/>
            <a:r>
              <a:rPr lang="es-ES" dirty="0"/>
              <a:t>ATICA</a:t>
            </a:r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535B78AF-22EC-5EB5-0025-E17CA0DD522E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pPr algn="r"/>
            <a:endParaRPr lang="es-ES" dirty="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D940AADC-8F31-644F-7E0C-3DA7F42FAE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Tema 2. Arquitectura Hexagonal</a:t>
            </a:r>
          </a:p>
        </p:txBody>
      </p:sp>
    </p:spTree>
    <p:extLst>
      <p:ext uri="{BB962C8B-B14F-4D97-AF65-F5344CB8AC3E}">
        <p14:creationId xmlns:p14="http://schemas.microsoft.com/office/powerpoint/2010/main" val="2202042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5AA7AC-C517-4689-7069-7370713CE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186263" cy="315912"/>
          </a:xfrm>
        </p:spPr>
        <p:txBody>
          <a:bodyPr anchor="ctr">
            <a:normAutofit/>
          </a:bodyPr>
          <a:lstStyle/>
          <a:p>
            <a:r>
              <a:rPr lang="es-ES" dirty="0"/>
              <a:t>Tema 2. Arquitectura Hexagonal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16F9580-C222-D649-356F-8BA60C4533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873125"/>
            <a:ext cx="6453851" cy="4632325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s-ES" b="1" dirty="0"/>
              <a:t>¿De dónde partimos?</a:t>
            </a:r>
          </a:p>
          <a:p>
            <a:pPr marL="0" indent="0">
              <a:lnSpc>
                <a:spcPct val="100000"/>
              </a:lnSpc>
              <a:buNone/>
            </a:pPr>
            <a:endParaRPr lang="es-ES" b="1" dirty="0"/>
          </a:p>
          <a:p>
            <a:pPr marL="0" indent="0">
              <a:lnSpc>
                <a:spcPct val="100000"/>
              </a:lnSpc>
              <a:buNone/>
            </a:pPr>
            <a:r>
              <a:rPr lang="es-ES" sz="2400" dirty="0"/>
              <a:t>Arquitecturas basadas en MVC y capas tradicionales.</a:t>
            </a:r>
          </a:p>
          <a:p>
            <a:pPr marL="0" indent="0">
              <a:lnSpc>
                <a:spcPct val="100000"/>
              </a:lnSpc>
              <a:buNone/>
            </a:pPr>
            <a:endParaRPr lang="es-ES" sz="2400" dirty="0"/>
          </a:p>
          <a:p>
            <a:pPr>
              <a:lnSpc>
                <a:spcPct val="100000"/>
              </a:lnSpc>
            </a:pPr>
            <a:r>
              <a:rPr lang="es-ES" sz="2400" dirty="0"/>
              <a:t>Entidades de base de datos mezcladas con clases de dominio.</a:t>
            </a:r>
          </a:p>
          <a:p>
            <a:pPr>
              <a:lnSpc>
                <a:spcPct val="100000"/>
              </a:lnSpc>
            </a:pPr>
            <a:r>
              <a:rPr lang="es-ES" sz="2400" dirty="0"/>
              <a:t>Lógica de negocio repartida entre controladores, servicios y vistas.</a:t>
            </a:r>
          </a:p>
          <a:p>
            <a:pPr>
              <a:lnSpc>
                <a:spcPct val="100000"/>
              </a:lnSpc>
            </a:pPr>
            <a:r>
              <a:rPr lang="es-ES" sz="2400" dirty="0"/>
              <a:t>Difícil de testear.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dirty="0"/>
          </a:p>
          <a:p>
            <a:pPr marL="0" indent="0">
              <a:buNone/>
            </a:pP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DCCD64A-0927-1EE9-CD60-A363852DF81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67535" y="365127"/>
            <a:ext cx="5186263" cy="315911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FEC4E3D-7FD7-FF4A-E73A-D1695FE86A85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443245" y="5958667"/>
            <a:ext cx="2910553" cy="69215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s-ES" dirty="0"/>
              <a:t>ATICA</a:t>
            </a:r>
          </a:p>
        </p:txBody>
      </p:sp>
      <p:pic>
        <p:nvPicPr>
          <p:cNvPr id="7" name="Imagen 6" descr="Interfaz de usuario gráfica, Aplicación&#10;&#10;El contenido generado por IA puede ser incorrecto.">
            <a:extLst>
              <a:ext uri="{FF2B5EF4-FFF2-40B4-BE49-F238E27FC236}">
                <a16:creationId xmlns:a16="http://schemas.microsoft.com/office/drawing/2014/main" id="{F29A70EE-F3F3-3243-9A8A-B0EBA3148F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8548" y="873125"/>
            <a:ext cx="3905250" cy="429577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416354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A13DC-5AA1-4EEB-5E18-801B08BD3D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77371E1-39D8-15D0-368F-9D9F683EA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186263" cy="315912"/>
          </a:xfrm>
        </p:spPr>
        <p:txBody>
          <a:bodyPr anchor="ctr">
            <a:normAutofit/>
          </a:bodyPr>
          <a:lstStyle/>
          <a:p>
            <a:r>
              <a:rPr lang="es-ES" dirty="0"/>
              <a:t>Tema 2. Arquitectura Hexagonal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6DE95C2F-D13E-D667-72A3-DC99248E76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873125"/>
            <a:ext cx="5181600" cy="463232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s-ES" b="1" dirty="0"/>
              <a:t>¿Qué es la arquitectura hexagonal?</a:t>
            </a:r>
          </a:p>
          <a:p>
            <a:pPr>
              <a:lnSpc>
                <a:spcPct val="100000"/>
              </a:lnSpc>
            </a:pPr>
            <a:endParaRPr lang="es-ES" b="1" dirty="0"/>
          </a:p>
          <a:p>
            <a:pPr marL="0" indent="0">
              <a:lnSpc>
                <a:spcPct val="100000"/>
              </a:lnSpc>
              <a:buNone/>
            </a:pPr>
            <a:r>
              <a:rPr lang="es-ES" sz="2400" dirty="0"/>
              <a:t>Arquitectura de puertos y adaptadores.</a:t>
            </a:r>
          </a:p>
          <a:p>
            <a:pPr marL="0" indent="0">
              <a:lnSpc>
                <a:spcPct val="100000"/>
              </a:lnSpc>
              <a:buNone/>
            </a:pPr>
            <a:endParaRPr lang="es-ES" sz="2400" dirty="0"/>
          </a:p>
          <a:p>
            <a:pPr>
              <a:lnSpc>
                <a:spcPct val="100000"/>
              </a:lnSpc>
            </a:pPr>
            <a:r>
              <a:rPr lang="es-ES" sz="2400" dirty="0"/>
              <a:t>El dominio se sitúa en el centro.</a:t>
            </a:r>
          </a:p>
          <a:p>
            <a:pPr>
              <a:lnSpc>
                <a:spcPct val="100000"/>
              </a:lnSpc>
            </a:pPr>
            <a:r>
              <a:rPr lang="es-ES" sz="2400" dirty="0"/>
              <a:t>Las dependencias siempre apuntan hacia el dominio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dirty="0"/>
          </a:p>
          <a:p>
            <a:pPr marL="0" indent="0">
              <a:buNone/>
            </a:pP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D62F258-0B1B-FBD9-1521-E98DDD42962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67535" y="365127"/>
            <a:ext cx="5186263" cy="315911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DE9F31-656E-8661-0C32-53D8EE1A539F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443245" y="5958667"/>
            <a:ext cx="2910553" cy="69215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s-ES" dirty="0"/>
              <a:t>ATICA</a:t>
            </a:r>
          </a:p>
        </p:txBody>
      </p:sp>
      <p:pic>
        <p:nvPicPr>
          <p:cNvPr id="16" name="Imagen 15" descr="Imagen que contiene Forma&#10;&#10;El contenido generado por IA puede ser incorrecto.">
            <a:extLst>
              <a:ext uri="{FF2B5EF4-FFF2-40B4-BE49-F238E27FC236}">
                <a16:creationId xmlns:a16="http://schemas.microsoft.com/office/drawing/2014/main" id="{1B637400-1EC0-78DF-CE3D-4692F9B635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20" t="21543" r="3754" b="22042"/>
          <a:stretch>
            <a:fillRect/>
          </a:stretch>
        </p:blipFill>
        <p:spPr>
          <a:xfrm>
            <a:off x="6331352" y="873125"/>
            <a:ext cx="5022446" cy="42175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5155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0C02C3-E479-AC90-2905-76B89F8B02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ACD9875-09CF-8C7A-AC31-EBA891424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186263" cy="315912"/>
          </a:xfrm>
        </p:spPr>
        <p:txBody>
          <a:bodyPr anchor="ctr">
            <a:normAutofit/>
          </a:bodyPr>
          <a:lstStyle/>
          <a:p>
            <a:r>
              <a:rPr lang="es-ES" dirty="0"/>
              <a:t>Tema 2. Arquitectura Hexagonal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5240636-34E4-870E-3E5F-6E72AF5810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873125"/>
            <a:ext cx="10515598" cy="463232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s-ES" b="1" dirty="0"/>
              <a:t>¿Qué ventajas me ofrece?</a:t>
            </a:r>
          </a:p>
          <a:p>
            <a:endParaRPr lang="es-ES" b="1" dirty="0"/>
          </a:p>
          <a:p>
            <a:pPr marL="342900" indent="-342900"/>
            <a:r>
              <a:rPr lang="es-ES" dirty="0"/>
              <a:t>La lógica de negocio queda aislada de </a:t>
            </a:r>
            <a:r>
              <a:rPr lang="es-ES" dirty="0" err="1"/>
              <a:t>frameworks</a:t>
            </a:r>
            <a:r>
              <a:rPr lang="es-ES" dirty="0"/>
              <a:t> y tecnología.</a:t>
            </a:r>
          </a:p>
          <a:p>
            <a:pPr marL="457200" lvl="1" indent="0">
              <a:buNone/>
            </a:pPr>
            <a:endParaRPr lang="es-ES" dirty="0"/>
          </a:p>
          <a:p>
            <a:pPr marL="342900" indent="-342900"/>
            <a:r>
              <a:rPr lang="es-ES" dirty="0"/>
              <a:t>Facilita los cambios en la infraestructura sin afectar al dominio.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s-ES" dirty="0"/>
              <a:t>Encaja perfectamente con DDD.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dirty="0"/>
          </a:p>
          <a:p>
            <a:pPr marL="0" indent="0">
              <a:buNone/>
            </a:pP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771079E-D0A2-E1F8-03B4-426BC21CD06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67535" y="365127"/>
            <a:ext cx="5186263" cy="315911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A3B8D3E-5282-1891-F683-AAF51AF89945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443245" y="5958667"/>
            <a:ext cx="2910553" cy="69215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s-ES" dirty="0"/>
              <a:t>ATICA</a:t>
            </a:r>
          </a:p>
        </p:txBody>
      </p:sp>
    </p:spTree>
    <p:extLst>
      <p:ext uri="{BB962C8B-B14F-4D97-AF65-F5344CB8AC3E}">
        <p14:creationId xmlns:p14="http://schemas.microsoft.com/office/powerpoint/2010/main" val="2851017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1BE1DD-58B4-CAA6-2CA5-DA8E347BC5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Forma, Polígono&#10;&#10;El contenido generado por IA puede ser incorrecto.">
            <a:extLst>
              <a:ext uri="{FF2B5EF4-FFF2-40B4-BE49-F238E27FC236}">
                <a16:creationId xmlns:a16="http://schemas.microsoft.com/office/drawing/2014/main" id="{8F4CC885-4701-2AC3-929E-24A1E158A1B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94650" y="905053"/>
            <a:ext cx="4895850" cy="4619625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04CA6C10-8DE1-40B3-C419-71561453C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186263" cy="315912"/>
          </a:xfrm>
        </p:spPr>
        <p:txBody>
          <a:bodyPr anchor="ctr">
            <a:normAutofit/>
          </a:bodyPr>
          <a:lstStyle/>
          <a:p>
            <a:r>
              <a:rPr lang="es-ES" dirty="0"/>
              <a:t>Tema 2. Arquitectura Hexagonal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049DFE1-D650-0C4E-96DE-592148B0694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873125"/>
            <a:ext cx="5181600" cy="4632325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s-ES" b="1" dirty="0"/>
              <a:t>Las capas principales</a:t>
            </a:r>
          </a:p>
          <a:p>
            <a:pPr>
              <a:lnSpc>
                <a:spcPct val="100000"/>
              </a:lnSpc>
            </a:pPr>
            <a:endParaRPr lang="es-ES" b="1" dirty="0"/>
          </a:p>
          <a:p>
            <a:r>
              <a:rPr lang="es-ES" sz="2400" dirty="0"/>
              <a:t>Dominio</a:t>
            </a:r>
          </a:p>
          <a:p>
            <a:endParaRPr lang="es-ES" sz="2400" dirty="0"/>
          </a:p>
          <a:p>
            <a:r>
              <a:rPr lang="es-ES" sz="2400" dirty="0"/>
              <a:t>Aplicación</a:t>
            </a:r>
          </a:p>
          <a:p>
            <a:endParaRPr lang="es-ES" sz="2400" dirty="0"/>
          </a:p>
          <a:p>
            <a:r>
              <a:rPr lang="es-ES" sz="2400" dirty="0"/>
              <a:t>Infraestructura (</a:t>
            </a:r>
            <a:r>
              <a:rPr lang="es-ES" sz="2400" dirty="0" err="1"/>
              <a:t>Adapters</a:t>
            </a:r>
            <a:r>
              <a:rPr lang="es-ES" sz="2400" dirty="0"/>
              <a:t>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s-ES" dirty="0"/>
          </a:p>
          <a:p>
            <a:pPr marL="0" indent="0">
              <a:buNone/>
            </a:pP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E72C87D-CEE9-2C4C-E10E-AAA3756FC026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67535" y="365127"/>
            <a:ext cx="5186263" cy="315911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B576056-4E93-75E6-4235-7A583B225F1F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443245" y="5958667"/>
            <a:ext cx="2910553" cy="69215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s-ES" dirty="0"/>
              <a:t>ATICA</a:t>
            </a:r>
          </a:p>
        </p:txBody>
      </p:sp>
    </p:spTree>
    <p:extLst>
      <p:ext uri="{BB962C8B-B14F-4D97-AF65-F5344CB8AC3E}">
        <p14:creationId xmlns:p14="http://schemas.microsoft.com/office/powerpoint/2010/main" val="3452815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287B6F-0BBD-BF0E-0748-A0F36E6F6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AED944E-D2CA-5CF5-7468-2A68CF788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186263" cy="315912"/>
          </a:xfrm>
        </p:spPr>
        <p:txBody>
          <a:bodyPr anchor="ctr">
            <a:normAutofit/>
          </a:bodyPr>
          <a:lstStyle/>
          <a:p>
            <a:r>
              <a:rPr lang="es-ES" dirty="0"/>
              <a:t>Tema 2. Arquitectura Hexagonal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26BB822-DEB2-827D-F26C-38DDDA90BA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873125"/>
            <a:ext cx="10515598" cy="46323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" sz="3000" b="1" dirty="0"/>
              <a:t>Capa de infraestructura: </a:t>
            </a:r>
            <a:r>
              <a:rPr lang="es-ES" sz="3000" b="1" dirty="0" err="1"/>
              <a:t>Adapters</a:t>
            </a:r>
            <a:endParaRPr lang="es-ES" sz="2400" dirty="0"/>
          </a:p>
          <a:p>
            <a:pPr marL="0" indent="0">
              <a:buNone/>
            </a:pPr>
            <a:endParaRPr lang="es-ES" sz="2400" dirty="0"/>
          </a:p>
          <a:p>
            <a:pPr marL="0" indent="0">
              <a:buNone/>
            </a:pPr>
            <a:r>
              <a:rPr lang="es-ES" sz="2400" dirty="0"/>
              <a:t>Capa que conecta nuestra aplicación con el exterior.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s-ES" sz="2400" b="1" dirty="0"/>
              <a:t>api</a:t>
            </a:r>
            <a:r>
              <a:rPr lang="es-ES" sz="2400" dirty="0"/>
              <a:t> </a:t>
            </a:r>
            <a:br>
              <a:rPr lang="es-ES" sz="2400" dirty="0"/>
            </a:br>
            <a:r>
              <a:rPr lang="es-ES" sz="2200" dirty="0" err="1"/>
              <a:t>APIs</a:t>
            </a:r>
            <a:r>
              <a:rPr lang="es-ES" sz="2200" dirty="0"/>
              <a:t> que expone mi aplicación.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s-ES" sz="2400" b="1" dirty="0" err="1"/>
              <a:t>persistence</a:t>
            </a:r>
            <a:br>
              <a:rPr lang="es-ES" sz="2400" dirty="0"/>
            </a:br>
            <a:r>
              <a:rPr lang="es-ES" sz="2200" dirty="0"/>
              <a:t>Conecta con B.D.</a:t>
            </a:r>
            <a:endParaRPr lang="es-ES" sz="2400" dirty="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s-ES" sz="2400" b="1" dirty="0" err="1"/>
              <a:t>provider</a:t>
            </a:r>
            <a:br>
              <a:rPr lang="es-ES" sz="2400" dirty="0"/>
            </a:br>
            <a:r>
              <a:rPr lang="es-ES" sz="2200" dirty="0"/>
              <a:t>Clientes a servicios externos para interactuar con ellos.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s-ES" sz="2400" b="1" dirty="0" err="1"/>
              <a:t>consumers</a:t>
            </a:r>
            <a:r>
              <a:rPr lang="es-ES" sz="2400" dirty="0"/>
              <a:t> </a:t>
            </a:r>
            <a:br>
              <a:rPr lang="es-ES" sz="2400" dirty="0"/>
            </a:br>
            <a:r>
              <a:rPr lang="es-ES" sz="2200" dirty="0"/>
              <a:t>Consumidores de eventos proyecto.</a:t>
            </a:r>
          </a:p>
          <a:p>
            <a:endParaRPr lang="es-ES" sz="2400" dirty="0"/>
          </a:p>
          <a:p>
            <a:pPr marL="0" indent="0">
              <a:buNone/>
            </a:pP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A686B13-CF7E-CE72-4724-2585741B1B07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67535" y="365127"/>
            <a:ext cx="5186263" cy="315911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D3CE68C-86DA-BD40-93D8-6F015426DFC4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443245" y="5958667"/>
            <a:ext cx="2910553" cy="69215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s-ES" dirty="0"/>
              <a:t>ATICA</a:t>
            </a:r>
          </a:p>
        </p:txBody>
      </p:sp>
    </p:spTree>
    <p:extLst>
      <p:ext uri="{BB962C8B-B14F-4D97-AF65-F5344CB8AC3E}">
        <p14:creationId xmlns:p14="http://schemas.microsoft.com/office/powerpoint/2010/main" val="24955609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293AB-2471-5171-73C9-734A2A4CB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B5573C-014E-0E2D-9D0E-31A0AB470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186263" cy="315912"/>
          </a:xfrm>
        </p:spPr>
        <p:txBody>
          <a:bodyPr anchor="ctr">
            <a:normAutofit/>
          </a:bodyPr>
          <a:lstStyle/>
          <a:p>
            <a:r>
              <a:rPr lang="es-ES" dirty="0"/>
              <a:t>Tema 2. Arquitectura Hexagonal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346C8EE-4554-9FAB-F257-F75FBC1A00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873125"/>
            <a:ext cx="10515598" cy="46323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3000" b="1" dirty="0"/>
              <a:t>Capa de aplicación: </a:t>
            </a:r>
            <a:r>
              <a:rPr lang="es-ES" sz="3000" b="1" dirty="0" err="1"/>
              <a:t>Application</a:t>
            </a:r>
            <a:endParaRPr lang="es-ES" sz="3000" b="1" dirty="0"/>
          </a:p>
          <a:p>
            <a:pPr marL="0" indent="0">
              <a:buNone/>
            </a:pPr>
            <a:endParaRPr lang="es-ES" sz="2400" dirty="0"/>
          </a:p>
          <a:p>
            <a:pPr marL="0" indent="0">
              <a:buNone/>
            </a:pPr>
            <a:r>
              <a:rPr lang="es-ES" sz="2400" dirty="0"/>
              <a:t>Capa responsable de orquestar los casos de uso de la aplicación.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s-ES" sz="2400" b="1" dirty="0" err="1"/>
              <a:t>port</a:t>
            </a:r>
            <a:r>
              <a:rPr lang="es-ES" sz="2400" dirty="0"/>
              <a:t> </a:t>
            </a:r>
            <a:br>
              <a:rPr lang="es-ES" sz="2400" dirty="0"/>
            </a:br>
            <a:r>
              <a:rPr lang="es-ES" sz="2200" dirty="0"/>
              <a:t>Define las interfaces que necesita la capa de aplicación.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s-ES" sz="2400" b="1" dirty="0" err="1"/>
              <a:t>service</a:t>
            </a:r>
            <a:br>
              <a:rPr lang="es-ES" sz="2400" dirty="0"/>
            </a:br>
            <a:r>
              <a:rPr lang="es-ES" sz="2200" dirty="0"/>
              <a:t>Agrupa funcionalidad reutilizada por los casos de uso</a:t>
            </a:r>
            <a:r>
              <a:rPr lang="es-ES" sz="2000" dirty="0"/>
              <a:t>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s-ES" sz="2400" b="1" dirty="0" err="1"/>
              <a:t>usecase</a:t>
            </a:r>
            <a:br>
              <a:rPr lang="es-ES" sz="2400" dirty="0"/>
            </a:br>
            <a:r>
              <a:rPr lang="es-ES" sz="2200" dirty="0"/>
              <a:t>Contendrá los casos de uso.</a:t>
            </a:r>
            <a:endParaRPr lang="es-ES" sz="2400" dirty="0"/>
          </a:p>
          <a:p>
            <a:pPr marL="0" indent="0">
              <a:buNone/>
            </a:pP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1E9DE4C-730D-D15C-8F80-3E0B31204073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67535" y="365127"/>
            <a:ext cx="5186263" cy="315911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680A029-9EB7-BD68-CBBE-0677957DC520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443245" y="5958667"/>
            <a:ext cx="2910553" cy="69215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s-ES" dirty="0"/>
              <a:t>ATICA</a:t>
            </a:r>
          </a:p>
        </p:txBody>
      </p:sp>
    </p:spTree>
    <p:extLst>
      <p:ext uri="{BB962C8B-B14F-4D97-AF65-F5344CB8AC3E}">
        <p14:creationId xmlns:p14="http://schemas.microsoft.com/office/powerpoint/2010/main" val="3647150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0D005B-E111-08D1-F973-F83689BC84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5FBCA24-25B6-45DF-E014-0E415768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186263" cy="315912"/>
          </a:xfrm>
        </p:spPr>
        <p:txBody>
          <a:bodyPr anchor="ctr">
            <a:normAutofit/>
          </a:bodyPr>
          <a:lstStyle/>
          <a:p>
            <a:r>
              <a:rPr lang="es-ES" dirty="0"/>
              <a:t>Tema 2. Arquitectura Hexagonal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9697B8CB-1390-A9A9-A8B3-771B653F8A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873125"/>
            <a:ext cx="10515598" cy="4632325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s-ES" sz="3000" b="1" dirty="0"/>
              <a:t>Capa de dominio: </a:t>
            </a:r>
            <a:r>
              <a:rPr lang="es-ES" sz="3000" b="1" dirty="0" err="1"/>
              <a:t>Domain</a:t>
            </a:r>
            <a:endParaRPr lang="es-ES" sz="3000" b="1" dirty="0"/>
          </a:p>
          <a:p>
            <a:pPr marL="0" indent="0">
              <a:buNone/>
            </a:pPr>
            <a:endParaRPr lang="es-ES" sz="2400" dirty="0"/>
          </a:p>
          <a:p>
            <a:pPr marL="0" indent="0">
              <a:buNone/>
            </a:pPr>
            <a:r>
              <a:rPr lang="es-ES" sz="2400" dirty="0"/>
              <a:t>Se encarga de expresar las reglas de negocio del sistema.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s-ES" sz="2400" b="1" dirty="0" err="1"/>
              <a:t>model</a:t>
            </a:r>
            <a:r>
              <a:rPr lang="es-ES" sz="2400" b="1" dirty="0"/>
              <a:t> </a:t>
            </a:r>
            <a:br>
              <a:rPr lang="es-ES" sz="2400" b="1" dirty="0"/>
            </a:br>
            <a:r>
              <a:rPr lang="es-ES" sz="2200" dirty="0"/>
              <a:t>El modelo del dominio.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s-ES" sz="2400" b="1" dirty="0" err="1"/>
              <a:t>factory</a:t>
            </a:r>
            <a:br>
              <a:rPr lang="es-ES" dirty="0"/>
            </a:br>
            <a:r>
              <a:rPr lang="es-ES" sz="2200" dirty="0"/>
              <a:t>Factorías para la creación de objetos del dominio.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s-ES" sz="2400" b="1" dirty="0" err="1"/>
              <a:t>event</a:t>
            </a:r>
            <a:r>
              <a:rPr lang="es-ES" sz="2400" dirty="0"/>
              <a:t> </a:t>
            </a:r>
            <a:br>
              <a:rPr lang="es-ES" sz="2400" dirty="0"/>
            </a:br>
            <a:r>
              <a:rPr lang="es-ES" sz="2200" dirty="0"/>
              <a:t>Eventos que lanza el dominio cuando ocurre algo.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s-ES" sz="2400" b="1" dirty="0" err="1"/>
              <a:t>exception</a:t>
            </a:r>
            <a:r>
              <a:rPr lang="es-ES" sz="2400" dirty="0"/>
              <a:t> </a:t>
            </a:r>
            <a:br>
              <a:rPr lang="es-ES" sz="2400" dirty="0"/>
            </a:br>
            <a:r>
              <a:rPr lang="es-ES" sz="2200" dirty="0"/>
              <a:t>Excepciones de dominio.</a:t>
            </a:r>
            <a:endParaRPr lang="es-ES" sz="2400" dirty="0"/>
          </a:p>
          <a:p>
            <a:endParaRPr lang="es-ES" sz="2400" dirty="0"/>
          </a:p>
          <a:p>
            <a:pPr marL="0" indent="0">
              <a:buNone/>
            </a:pPr>
            <a:endParaRPr lang="es-ES" dirty="0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2AAC79C-49B9-1B0B-3AF5-064281BA54C8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67535" y="365127"/>
            <a:ext cx="5186263" cy="315911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DCE03E1-995E-60FD-92B4-5A49BCB605A8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443245" y="5958667"/>
            <a:ext cx="2910553" cy="69215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s-ES" dirty="0"/>
              <a:t>ATICA</a:t>
            </a:r>
          </a:p>
        </p:txBody>
      </p:sp>
    </p:spTree>
    <p:extLst>
      <p:ext uri="{BB962C8B-B14F-4D97-AF65-F5344CB8AC3E}">
        <p14:creationId xmlns:p14="http://schemas.microsoft.com/office/powerpoint/2010/main" val="31589737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164AFC-5B26-1F8F-D6CC-8670C48D1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DBFD8C4C-E2E3-F983-B205-C621639185CB}"/>
              </a:ext>
            </a:extLst>
          </p:cNvPr>
          <p:cNvSpPr/>
          <p:nvPr/>
        </p:nvSpPr>
        <p:spPr>
          <a:xfrm>
            <a:off x="838198" y="4219302"/>
            <a:ext cx="10515598" cy="1286148"/>
          </a:xfrm>
          <a:prstGeom prst="roundRect">
            <a:avLst/>
          </a:prstGeom>
          <a:solidFill>
            <a:srgbClr val="DED5CB"/>
          </a:solidFill>
          <a:ln>
            <a:solidFill>
              <a:srgbClr val="EEE9E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1"/>
            <a:r>
              <a:rPr lang="es-ES" sz="2200" b="1" i="1" dirty="0">
                <a:solidFill>
                  <a:srgbClr val="002129"/>
                </a:solidFill>
                <a:latin typeface="IBM Plex Sans" panose="020B0503050203000203" pitchFamily="34" charset="0"/>
              </a:rPr>
              <a:t>DDD nos dice qué es importante. La arquitectura hexagonal nos ayuda a protegerlo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2FA884E-DA40-AE68-F9B5-12915A4276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873125"/>
            <a:ext cx="10515598" cy="463232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ES" sz="3000" b="1" dirty="0"/>
              <a:t>Arquitectura hexagonal y DDD</a:t>
            </a:r>
            <a:endParaRPr lang="es-ES" sz="2400" dirty="0"/>
          </a:p>
          <a:p>
            <a:pPr marL="0" indent="0">
              <a:buNone/>
            </a:pPr>
            <a:endParaRPr lang="es-ES" sz="2400" dirty="0"/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s-ES" sz="2000" dirty="0"/>
              <a:t>DDD pone el foco en el dominio.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s-ES" sz="2000" dirty="0"/>
              <a:t>Hexagonal protege ese dominio de la tecnología.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s-ES" sz="2000" dirty="0"/>
              <a:t>Ambas buscan aislar la lógica de negocio.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r>
              <a:rPr lang="es-ES" sz="2000" dirty="0"/>
              <a:t>Se complementan de forma natural.</a:t>
            </a:r>
          </a:p>
          <a:p>
            <a:pPr>
              <a:lnSpc>
                <a:spcPct val="110000"/>
              </a:lnSpc>
              <a:spcAft>
                <a:spcPts val="600"/>
              </a:spcAft>
            </a:pPr>
            <a:endParaRPr lang="es-ES" sz="2400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DA34156-13A3-EB0A-4FC0-D586F3EA7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5186263" cy="315912"/>
          </a:xfrm>
        </p:spPr>
        <p:txBody>
          <a:bodyPr anchor="ctr">
            <a:normAutofit/>
          </a:bodyPr>
          <a:lstStyle/>
          <a:p>
            <a:r>
              <a:rPr lang="es-ES" dirty="0"/>
              <a:t>Tema 2. Arquitectura Hexagonal</a:t>
            </a:r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1C6CF9B-AB39-630A-19FE-E24C00CB3B4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6167535" y="365127"/>
            <a:ext cx="5186263" cy="315911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  <a:spcAft>
                <a:spcPts val="600"/>
              </a:spcAft>
            </a:pPr>
            <a:endParaRPr lang="es-ES" dirty="0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F08F667-4A13-AB2A-D70C-1826AF89C800}"/>
              </a:ext>
            </a:extLst>
          </p:cNvPr>
          <p:cNvSpPr>
            <a:spLocks noGrp="1"/>
          </p:cNvSpPr>
          <p:nvPr>
            <p:ph type="dt" sz="half" idx="11"/>
          </p:nvPr>
        </p:nvSpPr>
        <p:spPr>
          <a:xfrm>
            <a:off x="8443245" y="5958667"/>
            <a:ext cx="2910553" cy="692150"/>
          </a:xfrm>
        </p:spPr>
        <p:txBody>
          <a:bodyPr anchor="ctr">
            <a:normAutofit/>
          </a:bodyPr>
          <a:lstStyle/>
          <a:p>
            <a:pPr algn="r">
              <a:spcAft>
                <a:spcPts val="600"/>
              </a:spcAft>
            </a:pPr>
            <a:r>
              <a:rPr lang="es-ES" dirty="0"/>
              <a:t>ATICA</a:t>
            </a:r>
          </a:p>
        </p:txBody>
      </p:sp>
    </p:spTree>
    <p:extLst>
      <p:ext uri="{BB962C8B-B14F-4D97-AF65-F5344CB8AC3E}">
        <p14:creationId xmlns:p14="http://schemas.microsoft.com/office/powerpoint/2010/main" val="2462635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619703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UMU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>
            <a:latin typeface="IBM Plex Sans" panose="020B0503050203000203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ción1" id="{ABD9A9DC-AE45-4897-8165-08051E93C7FD}" vid="{75DAC26B-7340-45A7-8047-A34F0AF90EE5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e237399-9f4f-4399-8e7f-23cd760d5530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06CC243D6C40F843B11E79F278E1BCA3" ma:contentTypeVersion="15" ma:contentTypeDescription="Crear nuevo documento." ma:contentTypeScope="" ma:versionID="af3b012a3a7bb17b3e764709a63f08df">
  <xsd:schema xmlns:xsd="http://www.w3.org/2001/XMLSchema" xmlns:xs="http://www.w3.org/2001/XMLSchema" xmlns:p="http://schemas.microsoft.com/office/2006/metadata/properties" xmlns:ns3="4c7f63bd-1a58-4f4b-9f5e-709e0ee0d413" xmlns:ns4="8e237399-9f4f-4399-8e7f-23cd760d5530" targetNamespace="http://schemas.microsoft.com/office/2006/metadata/properties" ma:root="true" ma:fieldsID="3ec71465080429ede056e77988c480af" ns3:_="" ns4:_="">
    <xsd:import namespace="4c7f63bd-1a58-4f4b-9f5e-709e0ee0d413"/>
    <xsd:import namespace="8e237399-9f4f-4399-8e7f-23cd760d5530"/>
    <xsd:element name="properties">
      <xsd:complexType>
        <xsd:sequence>
          <xsd:element name="documentManagement">
            <xsd:complexType>
              <xsd:all>
                <xsd:element ref="ns3:SharedWithUsers" minOccurs="0"/>
                <xsd:element ref="ns3:SharedWithDetails" minOccurs="0"/>
                <xsd:element ref="ns3:SharingHintHash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GenerationTime" minOccurs="0"/>
                <xsd:element ref="ns4:MediaServiceEventHashCode" minOccurs="0"/>
                <xsd:element ref="ns4:_activity" minOccurs="0"/>
                <xsd:element ref="ns4:MediaServiceObjectDetectorVersions" minOccurs="0"/>
                <xsd:element ref="ns4:MediaServiceSystemTags" minOccurs="0"/>
                <xsd:element ref="ns4:MediaServiceOCR" minOccurs="0"/>
                <xsd:element ref="ns4:MediaLengthInSeconds" minOccurs="0"/>
                <xsd:element ref="ns4:MediaServiceSearchProperties" minOccurs="0"/>
                <xsd:element ref="ns4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7f63bd-1a58-4f4b-9f5e-709e0ee0d413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Compartido con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Detalles de uso compartido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0" nillable="true" ma:displayName="Hash de la sugerencia para compartir" ma:hidden="true" ma:internalName="SharingHintHash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e237399-9f4f-4399-8e7f-23cd760d553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6" nillable="true" ma:displayName="_activity" ma:hidden="true" ma:internalName="_activity">
      <xsd:simpleType>
        <xsd:restriction base="dms:Note"/>
      </xsd:simpleType>
    </xsd:element>
    <xsd:element name="MediaServiceObjectDetectorVersions" ma:index="17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8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22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0A6882C-F361-4A88-981E-F38E05028340}">
  <ds:schemaRefs>
    <ds:schemaRef ds:uri="http://schemas.microsoft.com/office/infopath/2007/PartnerControls"/>
    <ds:schemaRef ds:uri="http://purl.org/dc/dcmitype/"/>
    <ds:schemaRef ds:uri="http://purl.org/dc/elements/1.1/"/>
    <ds:schemaRef ds:uri="http://www.w3.org/XML/1998/namespace"/>
    <ds:schemaRef ds:uri="http://schemas.openxmlformats.org/package/2006/metadata/core-properties"/>
    <ds:schemaRef ds:uri="http://schemas.microsoft.com/office/2006/documentManagement/types"/>
    <ds:schemaRef ds:uri="4c7f63bd-1a58-4f4b-9f5e-709e0ee0d413"/>
    <ds:schemaRef ds:uri="8e237399-9f4f-4399-8e7f-23cd760d5530"/>
    <ds:schemaRef ds:uri="http://schemas.microsoft.com/office/2006/metadata/properties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D584B560-E006-41B5-B9D9-8234FC73A2B1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001013DB-6F37-4919-927D-4212B38E14A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c7f63bd-1a58-4f4b-9f5e-709e0ee0d413"/>
    <ds:schemaRef ds:uri="8e237399-9f4f-4399-8e7f-23cd760d553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Generica</Template>
  <TotalTime>1261</TotalTime>
  <Words>1218</Words>
  <Application>Microsoft Office PowerPoint</Application>
  <PresentationFormat>Panorámica</PresentationFormat>
  <Paragraphs>136</Paragraphs>
  <Slides>10</Slides>
  <Notes>8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4" baseType="lpstr">
      <vt:lpstr>Aptos</vt:lpstr>
      <vt:lpstr>Arial</vt:lpstr>
      <vt:lpstr>IBM Plex Sans</vt:lpstr>
      <vt:lpstr>Tema UMU</vt:lpstr>
      <vt:lpstr>Tema 2. Arquitectura Hexagonal</vt:lpstr>
      <vt:lpstr>Tema 2. Arquitectura Hexagonal</vt:lpstr>
      <vt:lpstr>Tema 2. Arquitectura Hexagonal</vt:lpstr>
      <vt:lpstr>Tema 2. Arquitectura Hexagonal</vt:lpstr>
      <vt:lpstr>Tema 2. Arquitectura Hexagonal</vt:lpstr>
      <vt:lpstr>Tema 2. Arquitectura Hexagonal</vt:lpstr>
      <vt:lpstr>Tema 2. Arquitectura Hexagonal</vt:lpstr>
      <vt:lpstr>Tema 2. Arquitectura Hexagonal</vt:lpstr>
      <vt:lpstr>Tema 2. Arquitectura Hexagonal</vt:lpstr>
      <vt:lpstr>Presentación de PowerPoint</vt:lpstr>
    </vt:vector>
  </TitlesOfParts>
  <Company>Universidad de Murcia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JUAN FRANCISCO SANCHEZ PEÑALVER</dc:creator>
  <cp:lastModifiedBy>JUAN FRANCISCO SANCHEZ PEÑALVER</cp:lastModifiedBy>
  <cp:revision>1</cp:revision>
  <dcterms:created xsi:type="dcterms:W3CDTF">2026-01-03T17:22:37Z</dcterms:created>
  <dcterms:modified xsi:type="dcterms:W3CDTF">2026-01-30T11:05:50Z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0x01010006CC243D6C40F843B11E79F278E1BCA3</vt:lpwstr>
  </property>
  <property fmtid="{D5CDD505-2E9C-101B-9397-08002B2CF9AE}" pid="3" name="_dlc_DocIdItemGuid">
    <vt:lpwstr>6823f0f3-9bb6-4c72-91ba-4096af4405f1</vt:lpwstr>
  </property>
</Properties>
</file>