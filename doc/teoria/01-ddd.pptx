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8" r:id="rId5"/>
    <p:sldId id="256" r:id="rId6"/>
    <p:sldId id="259" r:id="rId7"/>
    <p:sldId id="260" r:id="rId8"/>
    <p:sldId id="263" r:id="rId9"/>
    <p:sldId id="265" r:id="rId10"/>
    <p:sldId id="262" r:id="rId11"/>
    <p:sldId id="264" r:id="rId12"/>
    <p:sldId id="266" r:id="rId13"/>
    <p:sldId id="267" r:id="rId14"/>
    <p:sldId id="268" r:id="rId15"/>
    <p:sldId id="269" r:id="rId16"/>
    <p:sldId id="257" r:id="rId1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9E0"/>
    <a:srgbClr val="002129"/>
    <a:srgbClr val="DED5CB"/>
    <a:srgbClr val="F42100"/>
    <a:srgbClr val="EEE9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FA7E99-7F91-40AD-9CA3-87023F89D1B0}" v="73" dt="2026-01-28T08:37:25.6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68281" autoAdjust="0"/>
  </p:normalViewPr>
  <p:slideViewPr>
    <p:cSldViewPr snapToGrid="0">
      <p:cViewPr varScale="1">
        <p:scale>
          <a:sx n="75" d="100"/>
          <a:sy n="75" d="100"/>
        </p:scale>
        <p:origin x="1950"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FRANCISCO SANCHEZ PEÑALVER" userId="f86c5c4f-8c6d-4386-8cf4-6ee08c5f5ff3" providerId="ADAL" clId="{CFAFAFFD-F819-448B-84B6-4AC1775A9FF5}"/>
    <pc:docChg chg="undo custSel addSld delSld modSld">
      <pc:chgData name="JUAN FRANCISCO SANCHEZ PEÑALVER" userId="f86c5c4f-8c6d-4386-8cf4-6ee08c5f5ff3" providerId="ADAL" clId="{CFAFAFFD-F819-448B-84B6-4AC1775A9FF5}" dt="2026-01-28T08:38:46.649" v="13499" actId="1076"/>
      <pc:docMkLst>
        <pc:docMk/>
      </pc:docMkLst>
      <pc:sldChg chg="addSp delSp modSp mod">
        <pc:chgData name="JUAN FRANCISCO SANCHEZ PEÑALVER" userId="f86c5c4f-8c6d-4386-8cf4-6ee08c5f5ff3" providerId="ADAL" clId="{CFAFAFFD-F819-448B-84B6-4AC1775A9FF5}" dt="2026-01-27T16:39:16.696" v="13342" actId="478"/>
        <pc:sldMkLst>
          <pc:docMk/>
          <pc:sldMk cId="3416354260" sldId="256"/>
        </pc:sldMkLst>
        <pc:spChg chg="mod">
          <ac:chgData name="JUAN FRANCISCO SANCHEZ PEÑALVER" userId="f86c5c4f-8c6d-4386-8cf4-6ee08c5f5ff3" providerId="ADAL" clId="{CFAFAFFD-F819-448B-84B6-4AC1775A9FF5}" dt="2026-01-15T17:51:15.029" v="7003" actId="948"/>
          <ac:spMkLst>
            <pc:docMk/>
            <pc:sldMk cId="3416354260" sldId="256"/>
            <ac:spMk id="3" creationId="{216F9580-C222-D649-356F-8BA60C4533FA}"/>
          </ac:spMkLst>
        </pc:spChg>
        <pc:picChg chg="add del">
          <ac:chgData name="JUAN FRANCISCO SANCHEZ PEÑALVER" userId="f86c5c4f-8c6d-4386-8cf4-6ee08c5f5ff3" providerId="ADAL" clId="{CFAFAFFD-F819-448B-84B6-4AC1775A9FF5}" dt="2026-01-27T16:39:16.696" v="13342" actId="478"/>
          <ac:picMkLst>
            <pc:docMk/>
            <pc:sldMk cId="3416354260" sldId="256"/>
            <ac:picMk id="7" creationId="{B15FA228-1892-B645-040B-BA7FAC1C8AFB}"/>
          </ac:picMkLst>
        </pc:picChg>
        <pc:picChg chg="add mod ord">
          <ac:chgData name="JUAN FRANCISCO SANCHEZ PEÑALVER" userId="f86c5c4f-8c6d-4386-8cf4-6ee08c5f5ff3" providerId="ADAL" clId="{CFAFAFFD-F819-448B-84B6-4AC1775A9FF5}" dt="2026-01-27T16:39:14.652" v="13341" actId="167"/>
          <ac:picMkLst>
            <pc:docMk/>
            <pc:sldMk cId="3416354260" sldId="256"/>
            <ac:picMk id="8" creationId="{4440A267-51DC-1272-84D1-45BD4253C294}"/>
          </ac:picMkLst>
        </pc:picChg>
      </pc:sldChg>
      <pc:sldChg chg="modSp mod modNotesTx">
        <pc:chgData name="JUAN FRANCISCO SANCHEZ PEÑALVER" userId="f86c5c4f-8c6d-4386-8cf4-6ee08c5f5ff3" providerId="ADAL" clId="{CFAFAFFD-F819-448B-84B6-4AC1775A9FF5}" dt="2026-01-07T16:24:27.667" v="1948" actId="20577"/>
        <pc:sldMkLst>
          <pc:docMk/>
          <pc:sldMk cId="2851017598" sldId="259"/>
        </pc:sldMkLst>
        <pc:spChg chg="mod">
          <ac:chgData name="JUAN FRANCISCO SANCHEZ PEÑALVER" userId="f86c5c4f-8c6d-4386-8cf4-6ee08c5f5ff3" providerId="ADAL" clId="{CFAFAFFD-F819-448B-84B6-4AC1775A9FF5}" dt="2026-01-07T16:19:25.262" v="1497" actId="113"/>
          <ac:spMkLst>
            <pc:docMk/>
            <pc:sldMk cId="2851017598" sldId="259"/>
            <ac:spMk id="3" creationId="{05240636-34E4-870E-3E5F-6E72AF5810E8}"/>
          </ac:spMkLst>
        </pc:spChg>
      </pc:sldChg>
      <pc:sldChg chg="modSp mod">
        <pc:chgData name="JUAN FRANCISCO SANCHEZ PEÑALVER" userId="f86c5c4f-8c6d-4386-8cf4-6ee08c5f5ff3" providerId="ADAL" clId="{CFAFAFFD-F819-448B-84B6-4AC1775A9FF5}" dt="2026-01-27T15:32:52.013" v="12566" actId="20577"/>
        <pc:sldMkLst>
          <pc:docMk/>
          <pc:sldMk cId="1351144107" sldId="260"/>
        </pc:sldMkLst>
        <pc:spChg chg="mod">
          <ac:chgData name="JUAN FRANCISCO SANCHEZ PEÑALVER" userId="f86c5c4f-8c6d-4386-8cf4-6ee08c5f5ff3" providerId="ADAL" clId="{CFAFAFFD-F819-448B-84B6-4AC1775A9FF5}" dt="2026-01-27T15:32:52.013" v="12566" actId="20577"/>
          <ac:spMkLst>
            <pc:docMk/>
            <pc:sldMk cId="1351144107" sldId="260"/>
            <ac:spMk id="3" creationId="{0553C02F-75AC-8F1C-F843-C8B5C5BACA89}"/>
          </ac:spMkLst>
        </pc:spChg>
      </pc:sldChg>
      <pc:sldChg chg="modSp del mod modShow modNotesTx">
        <pc:chgData name="JUAN FRANCISCO SANCHEZ PEÑALVER" userId="f86c5c4f-8c6d-4386-8cf4-6ee08c5f5ff3" providerId="ADAL" clId="{CFAFAFFD-F819-448B-84B6-4AC1775A9FF5}" dt="2026-01-27T15:58:54.139" v="13278" actId="2696"/>
        <pc:sldMkLst>
          <pc:docMk/>
          <pc:sldMk cId="1725029328" sldId="261"/>
        </pc:sldMkLst>
      </pc:sldChg>
      <pc:sldChg chg="modSp mod modNotesTx">
        <pc:chgData name="JUAN FRANCISCO SANCHEZ PEÑALVER" userId="f86c5c4f-8c6d-4386-8cf4-6ee08c5f5ff3" providerId="ADAL" clId="{CFAFAFFD-F819-448B-84B6-4AC1775A9FF5}" dt="2026-01-27T15:55:52.676" v="13222" actId="20577"/>
        <pc:sldMkLst>
          <pc:docMk/>
          <pc:sldMk cId="647100723" sldId="262"/>
        </pc:sldMkLst>
        <pc:spChg chg="mod">
          <ac:chgData name="JUAN FRANCISCO SANCHEZ PEÑALVER" userId="f86c5c4f-8c6d-4386-8cf4-6ee08c5f5ff3" providerId="ADAL" clId="{CFAFAFFD-F819-448B-84B6-4AC1775A9FF5}" dt="2026-01-27T15:46:35.826" v="12967" actId="27636"/>
          <ac:spMkLst>
            <pc:docMk/>
            <pc:sldMk cId="647100723" sldId="262"/>
            <ac:spMk id="3" creationId="{3327FD9B-6D9F-C02E-B764-82A3858AEAB3}"/>
          </ac:spMkLst>
        </pc:spChg>
      </pc:sldChg>
      <pc:sldChg chg="modSp add mod modNotesTx">
        <pc:chgData name="JUAN FRANCISCO SANCHEZ PEÑALVER" userId="f86c5c4f-8c6d-4386-8cf4-6ee08c5f5ff3" providerId="ADAL" clId="{CFAFAFFD-F819-448B-84B6-4AC1775A9FF5}" dt="2026-01-17T10:44:58.538" v="9307" actId="403"/>
        <pc:sldMkLst>
          <pc:docMk/>
          <pc:sldMk cId="2495560963" sldId="263"/>
        </pc:sldMkLst>
        <pc:spChg chg="mod">
          <ac:chgData name="JUAN FRANCISCO SANCHEZ PEÑALVER" userId="f86c5c4f-8c6d-4386-8cf4-6ee08c5f5ff3" providerId="ADAL" clId="{CFAFAFFD-F819-448B-84B6-4AC1775A9FF5}" dt="2026-01-17T10:44:58.538" v="9307" actId="403"/>
          <ac:spMkLst>
            <pc:docMk/>
            <pc:sldMk cId="2495560963" sldId="263"/>
            <ac:spMk id="3" creationId="{D26BB822-DEB2-827D-F26C-38DDDA90BAD5}"/>
          </ac:spMkLst>
        </pc:spChg>
      </pc:sldChg>
      <pc:sldChg chg="modSp add mod modNotesTx">
        <pc:chgData name="JUAN FRANCISCO SANCHEZ PEÑALVER" userId="f86c5c4f-8c6d-4386-8cf4-6ee08c5f5ff3" providerId="ADAL" clId="{CFAFAFFD-F819-448B-84B6-4AC1775A9FF5}" dt="2026-01-27T15:24:37.045" v="12557" actId="20577"/>
        <pc:sldMkLst>
          <pc:docMk/>
          <pc:sldMk cId="1505241805" sldId="264"/>
        </pc:sldMkLst>
        <pc:spChg chg="mod">
          <ac:chgData name="JUAN FRANCISCO SANCHEZ PEÑALVER" userId="f86c5c4f-8c6d-4386-8cf4-6ee08c5f5ff3" providerId="ADAL" clId="{CFAFAFFD-F819-448B-84B6-4AC1775A9FF5}" dt="2026-01-17T11:28:36.113" v="10295" actId="948"/>
          <ac:spMkLst>
            <pc:docMk/>
            <pc:sldMk cId="1505241805" sldId="264"/>
            <ac:spMk id="3" creationId="{F9AE750D-68BB-5E8B-6BA7-218245DC0497}"/>
          </ac:spMkLst>
        </pc:spChg>
      </pc:sldChg>
      <pc:sldChg chg="modSp add mod modNotesTx">
        <pc:chgData name="JUAN FRANCISCO SANCHEZ PEÑALVER" userId="f86c5c4f-8c6d-4386-8cf4-6ee08c5f5ff3" providerId="ADAL" clId="{CFAFAFFD-F819-448B-84B6-4AC1775A9FF5}" dt="2026-01-17T10:44:20.016" v="9295" actId="20577"/>
        <pc:sldMkLst>
          <pc:docMk/>
          <pc:sldMk cId="1366758359" sldId="265"/>
        </pc:sldMkLst>
        <pc:spChg chg="mod">
          <ac:chgData name="JUAN FRANCISCO SANCHEZ PEÑALVER" userId="f86c5c4f-8c6d-4386-8cf4-6ee08c5f5ff3" providerId="ADAL" clId="{CFAFAFFD-F819-448B-84B6-4AC1775A9FF5}" dt="2026-01-17T10:44:20.016" v="9295" actId="20577"/>
          <ac:spMkLst>
            <pc:docMk/>
            <pc:sldMk cId="1366758359" sldId="265"/>
            <ac:spMk id="3" creationId="{7587E597-A7AD-659D-C5DC-A03E4A142DCB}"/>
          </ac:spMkLst>
        </pc:spChg>
      </pc:sldChg>
      <pc:sldChg chg="modSp add mod modNotesTx">
        <pc:chgData name="JUAN FRANCISCO SANCHEZ PEÑALVER" userId="f86c5c4f-8c6d-4386-8cf4-6ee08c5f5ff3" providerId="ADAL" clId="{CFAFAFFD-F819-448B-84B6-4AC1775A9FF5}" dt="2026-01-17T12:05:14.684" v="11776" actId="6549"/>
        <pc:sldMkLst>
          <pc:docMk/>
          <pc:sldMk cId="2645873299" sldId="266"/>
        </pc:sldMkLst>
        <pc:spChg chg="mod">
          <ac:chgData name="JUAN FRANCISCO SANCHEZ PEÑALVER" userId="f86c5c4f-8c6d-4386-8cf4-6ee08c5f5ff3" providerId="ADAL" clId="{CFAFAFFD-F819-448B-84B6-4AC1775A9FF5}" dt="2026-01-17T12:05:14.684" v="11776" actId="6549"/>
          <ac:spMkLst>
            <pc:docMk/>
            <pc:sldMk cId="2645873299" sldId="266"/>
            <ac:spMk id="3" creationId="{76EBF8D8-677B-C3DE-C7AE-3E52B1DD40EE}"/>
          </ac:spMkLst>
        </pc:spChg>
      </pc:sldChg>
      <pc:sldChg chg="modSp add mod modNotesTx">
        <pc:chgData name="JUAN FRANCISCO SANCHEZ PEÑALVER" userId="f86c5c4f-8c6d-4386-8cf4-6ee08c5f5ff3" providerId="ADAL" clId="{CFAFAFFD-F819-448B-84B6-4AC1775A9FF5}" dt="2026-01-17T12:21:05.520" v="12541" actId="20577"/>
        <pc:sldMkLst>
          <pc:docMk/>
          <pc:sldMk cId="3136937643" sldId="267"/>
        </pc:sldMkLst>
        <pc:spChg chg="mod">
          <ac:chgData name="JUAN FRANCISCO SANCHEZ PEÑALVER" userId="f86c5c4f-8c6d-4386-8cf4-6ee08c5f5ff3" providerId="ADAL" clId="{CFAFAFFD-F819-448B-84B6-4AC1775A9FF5}" dt="2026-01-17T12:12:40.144" v="12389" actId="20577"/>
          <ac:spMkLst>
            <pc:docMk/>
            <pc:sldMk cId="3136937643" sldId="267"/>
            <ac:spMk id="3" creationId="{8128EEF3-8EA1-04E6-E64F-99F9B2BBF9FC}"/>
          </ac:spMkLst>
        </pc:spChg>
      </pc:sldChg>
      <pc:sldChg chg="modSp add mod modNotesTx">
        <pc:chgData name="JUAN FRANCISCO SANCHEZ PEÑALVER" userId="f86c5c4f-8c6d-4386-8cf4-6ee08c5f5ff3" providerId="ADAL" clId="{CFAFAFFD-F819-448B-84B6-4AC1775A9FF5}" dt="2026-01-28T08:15:35.092" v="13408" actId="20577"/>
        <pc:sldMkLst>
          <pc:docMk/>
          <pc:sldMk cId="1805278297" sldId="268"/>
        </pc:sldMkLst>
        <pc:spChg chg="mod">
          <ac:chgData name="JUAN FRANCISCO SANCHEZ PEÑALVER" userId="f86c5c4f-8c6d-4386-8cf4-6ee08c5f5ff3" providerId="ADAL" clId="{CFAFAFFD-F819-448B-84B6-4AC1775A9FF5}" dt="2026-01-28T08:15:35.092" v="13408" actId="20577"/>
          <ac:spMkLst>
            <pc:docMk/>
            <pc:sldMk cId="1805278297" sldId="268"/>
            <ac:spMk id="3" creationId="{109D9132-6692-A435-03F3-EE0F839975B0}"/>
          </ac:spMkLst>
        </pc:spChg>
      </pc:sldChg>
      <pc:sldChg chg="addSp delSp modSp add mod">
        <pc:chgData name="JUAN FRANCISCO SANCHEZ PEÑALVER" userId="f86c5c4f-8c6d-4386-8cf4-6ee08c5f5ff3" providerId="ADAL" clId="{CFAFAFFD-F819-448B-84B6-4AC1775A9FF5}" dt="2026-01-28T08:38:46.649" v="13499" actId="1076"/>
        <pc:sldMkLst>
          <pc:docMk/>
          <pc:sldMk cId="2266960060" sldId="269"/>
        </pc:sldMkLst>
        <pc:spChg chg="mod">
          <ac:chgData name="JUAN FRANCISCO SANCHEZ PEÑALVER" userId="f86c5c4f-8c6d-4386-8cf4-6ee08c5f5ff3" providerId="ADAL" clId="{CFAFAFFD-F819-448B-84B6-4AC1775A9FF5}" dt="2026-01-28T08:07:35.009" v="13391" actId="20577"/>
          <ac:spMkLst>
            <pc:docMk/>
            <pc:sldMk cId="2266960060" sldId="269"/>
            <ac:spMk id="3" creationId="{C75F14E3-C85E-9582-F2D4-83B4793A1348}"/>
          </ac:spMkLst>
        </pc:spChg>
        <pc:picChg chg="add del mod">
          <ac:chgData name="JUAN FRANCISCO SANCHEZ PEÑALVER" userId="f86c5c4f-8c6d-4386-8cf4-6ee08c5f5ff3" providerId="ADAL" clId="{CFAFAFFD-F819-448B-84B6-4AC1775A9FF5}" dt="2026-01-28T08:25:27.620" v="13409" actId="478"/>
          <ac:picMkLst>
            <pc:docMk/>
            <pc:sldMk cId="2266960060" sldId="269"/>
            <ac:picMk id="7" creationId="{72E792F4-2776-70E5-A19D-339573C186AB}"/>
          </ac:picMkLst>
        </pc:picChg>
        <pc:picChg chg="add del mod">
          <ac:chgData name="JUAN FRANCISCO SANCHEZ PEÑALVER" userId="f86c5c4f-8c6d-4386-8cf4-6ee08c5f5ff3" providerId="ADAL" clId="{CFAFAFFD-F819-448B-84B6-4AC1775A9FF5}" dt="2026-01-28T08:28:07.147" v="13416" actId="478"/>
          <ac:picMkLst>
            <pc:docMk/>
            <pc:sldMk cId="2266960060" sldId="269"/>
            <ac:picMk id="9" creationId="{006180C7-E733-D37B-8B8D-2C2A9F4E1B86}"/>
          </ac:picMkLst>
        </pc:picChg>
        <pc:picChg chg="add del mod">
          <ac:chgData name="JUAN FRANCISCO SANCHEZ PEÑALVER" userId="f86c5c4f-8c6d-4386-8cf4-6ee08c5f5ff3" providerId="ADAL" clId="{CFAFAFFD-F819-448B-84B6-4AC1775A9FF5}" dt="2026-01-28T08:28:21.955" v="13420" actId="478"/>
          <ac:picMkLst>
            <pc:docMk/>
            <pc:sldMk cId="2266960060" sldId="269"/>
            <ac:picMk id="11" creationId="{15632738-6331-01DF-096B-129F5493CA45}"/>
          </ac:picMkLst>
        </pc:picChg>
        <pc:picChg chg="add del mod ord">
          <ac:chgData name="JUAN FRANCISCO SANCHEZ PEÑALVER" userId="f86c5c4f-8c6d-4386-8cf4-6ee08c5f5ff3" providerId="ADAL" clId="{CFAFAFFD-F819-448B-84B6-4AC1775A9FF5}" dt="2026-01-28T08:32:42.824" v="13446" actId="478"/>
          <ac:picMkLst>
            <pc:docMk/>
            <pc:sldMk cId="2266960060" sldId="269"/>
            <ac:picMk id="13" creationId="{CDF1C683-B61D-802B-A510-D719CC0704C9}"/>
          </ac:picMkLst>
        </pc:picChg>
        <pc:picChg chg="add del mod">
          <ac:chgData name="JUAN FRANCISCO SANCHEZ PEÑALVER" userId="f86c5c4f-8c6d-4386-8cf4-6ee08c5f5ff3" providerId="ADAL" clId="{CFAFAFFD-F819-448B-84B6-4AC1775A9FF5}" dt="2026-01-28T08:32:49.471" v="13451" actId="478"/>
          <ac:picMkLst>
            <pc:docMk/>
            <pc:sldMk cId="2266960060" sldId="269"/>
            <ac:picMk id="15" creationId="{881541E4-B8D6-7BCD-55A3-D72965F97B8C}"/>
          </ac:picMkLst>
        </pc:picChg>
        <pc:picChg chg="add del mod">
          <ac:chgData name="JUAN FRANCISCO SANCHEZ PEÑALVER" userId="f86c5c4f-8c6d-4386-8cf4-6ee08c5f5ff3" providerId="ADAL" clId="{CFAFAFFD-F819-448B-84B6-4AC1775A9FF5}" dt="2026-01-28T08:38:04.172" v="13486" actId="478"/>
          <ac:picMkLst>
            <pc:docMk/>
            <pc:sldMk cId="2266960060" sldId="269"/>
            <ac:picMk id="17" creationId="{DDCFA327-85D1-FA0F-D03F-BF31354DF9E1}"/>
          </ac:picMkLst>
        </pc:picChg>
        <pc:picChg chg="add mod">
          <ac:chgData name="JUAN FRANCISCO SANCHEZ PEÑALVER" userId="f86c5c4f-8c6d-4386-8cf4-6ee08c5f5ff3" providerId="ADAL" clId="{CFAFAFFD-F819-448B-84B6-4AC1775A9FF5}" dt="2026-01-28T08:37:24.572" v="13484"/>
          <ac:picMkLst>
            <pc:docMk/>
            <pc:sldMk cId="2266960060" sldId="269"/>
            <ac:picMk id="18" creationId="{DDCFA327-85D1-FA0F-D03F-BF31354DF9E1}"/>
          </ac:picMkLst>
        </pc:picChg>
        <pc:picChg chg="add mod modCrop">
          <ac:chgData name="JUAN FRANCISCO SANCHEZ PEÑALVER" userId="f86c5c4f-8c6d-4386-8cf4-6ee08c5f5ff3" providerId="ADAL" clId="{CFAFAFFD-F819-448B-84B6-4AC1775A9FF5}" dt="2026-01-28T08:38:46.649" v="13499" actId="1076"/>
          <ac:picMkLst>
            <pc:docMk/>
            <pc:sldMk cId="2266960060" sldId="269"/>
            <ac:picMk id="20" creationId="{20F8152B-6813-F784-D83A-37E25D4C789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FC58E-D751-42A6-8020-AE212C2E6372}" type="datetimeFigureOut">
              <a:rPr lang="es-ES" smtClean="0"/>
              <a:t>28/01/2026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9E1BF-F482-4B09-A220-7196C366D2D6}" type="slidenum">
              <a:rPr lang="es-ES" smtClean="0"/>
              <a:t>‹Nº›</a:t>
            </a:fld>
            <a:endParaRPr lang="es-ES"/>
          </a:p>
        </p:txBody>
      </p:sp>
    </p:spTree>
    <p:extLst>
      <p:ext uri="{BB962C8B-B14F-4D97-AF65-F5344CB8AC3E}">
        <p14:creationId xmlns:p14="http://schemas.microsoft.com/office/powerpoint/2010/main" val="318192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a:lstStyle/>
          <a:p>
            <a:r>
              <a:rPr lang="es-ES" dirty="0"/>
              <a:t>Programar, en sí, es sencillo. Sin embargo, muchas veces los requisitos de lo que debe o no debe hacer la aplicación se encuentran disgregados por el código. Este enfoque pretende evitar eso. Empujando la lógica hacia el centro. </a:t>
            </a:r>
          </a:p>
        </p:txBody>
      </p:sp>
      <p:sp>
        <p:nvSpPr>
          <p:cNvPr id="4" name="Marcador de número de diapositiva 3"/>
          <p:cNvSpPr>
            <a:spLocks noGrp="1"/>
          </p:cNvSpPr>
          <p:nvPr>
            <p:ph type="sldNum" sz="quarter" idx="5"/>
          </p:nvPr>
        </p:nvSpPr>
        <p:spPr/>
        <p:txBody>
          <a:bodyPr/>
          <a:lstStyle/>
          <a:p>
            <a:fld id="{3139E1BF-F482-4B09-A220-7196C366D2D6}" type="slidenum">
              <a:rPr lang="es-ES" smtClean="0"/>
              <a:t>2</a:t>
            </a:fld>
            <a:endParaRPr lang="es-ES"/>
          </a:p>
        </p:txBody>
      </p:sp>
    </p:spTree>
    <p:extLst>
      <p:ext uri="{BB962C8B-B14F-4D97-AF65-F5344CB8AC3E}">
        <p14:creationId xmlns:p14="http://schemas.microsoft.com/office/powerpoint/2010/main" val="3836581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274A5-06D5-E150-D6A5-0BCED03D22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CACB62-F7B3-B480-A6BC-F721E853E9D5}"/>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9BE11771-43C9-003E-1A8E-0D5E51FF7917}"/>
              </a:ext>
            </a:extLst>
          </p:cNvPr>
          <p:cNvSpPr>
            <a:spLocks noGrp="1"/>
          </p:cNvSpPr>
          <p:nvPr>
            <p:ph type="body" idx="1"/>
          </p:nvPr>
        </p:nvSpPr>
        <p:spPr/>
        <p:txBody>
          <a:bodyPr/>
          <a:lstStyle/>
          <a:p>
            <a:r>
              <a:rPr lang="es-ES" dirty="0"/>
              <a:t>Lenguaje ubicuo: A la hora de definir el modelo del dominio, todas las partes tienen que acordar los conceptos que se utilizarán. Si en nuestro dominio tratamos con expedientes académicos y decidimos que el concepto es Expediente, siempre que hablemos de un expediente, será el académico.</a:t>
            </a:r>
          </a:p>
          <a:p>
            <a:endParaRPr lang="es-ES" dirty="0"/>
          </a:p>
          <a:p>
            <a:r>
              <a:rPr lang="es-ES" dirty="0"/>
              <a:t>Establecer un dominio: Si estamos definiendo el modelo del dominio para la reserva de instalaciones, el usuario será distinto al que nos encontremos en la compra de entradas. Pese a que ambos usuarios tengan el mismo DNI. Pertenecen a contextos distintos, pese a que ambos se encuentren bajo el paraguas de la Universidad de Murcia.</a:t>
            </a:r>
          </a:p>
          <a:p>
            <a:endParaRPr lang="es-ES" dirty="0"/>
          </a:p>
          <a:p>
            <a:r>
              <a:rPr lang="es-ES" dirty="0"/>
              <a:t>Experto del dominio: Como vamos a empujar la lógica de la aplicación a las capas centrales, necesitamos una persona que tenga este rol. Nos definirá los elementos que componen el dominio y las relaciones entre estos. Todo ello sin entrar en detalles de la implementación. Los nombres que se utilicen para definir las clases serán comprensibles para él, independientemente del que tome </a:t>
            </a:r>
            <a:r>
              <a:rPr lang="es-ES"/>
              <a:t>en otras capas.</a:t>
            </a:r>
            <a:endParaRPr lang="es-ES" dirty="0"/>
          </a:p>
        </p:txBody>
      </p:sp>
      <p:sp>
        <p:nvSpPr>
          <p:cNvPr id="4" name="Marcador de número de diapositiva 3">
            <a:extLst>
              <a:ext uri="{FF2B5EF4-FFF2-40B4-BE49-F238E27FC236}">
                <a16:creationId xmlns:a16="http://schemas.microsoft.com/office/drawing/2014/main" id="{BF91E931-2EB2-7721-4145-6F4142A1E37A}"/>
              </a:ext>
            </a:extLst>
          </p:cNvPr>
          <p:cNvSpPr>
            <a:spLocks noGrp="1"/>
          </p:cNvSpPr>
          <p:nvPr>
            <p:ph type="sldNum" sz="quarter" idx="5"/>
          </p:nvPr>
        </p:nvSpPr>
        <p:spPr/>
        <p:txBody>
          <a:bodyPr/>
          <a:lstStyle/>
          <a:p>
            <a:fld id="{3139E1BF-F482-4B09-A220-7196C366D2D6}" type="slidenum">
              <a:rPr lang="es-ES" smtClean="0"/>
              <a:t>3</a:t>
            </a:fld>
            <a:endParaRPr lang="es-ES"/>
          </a:p>
        </p:txBody>
      </p:sp>
    </p:spTree>
    <p:extLst>
      <p:ext uri="{BB962C8B-B14F-4D97-AF65-F5344CB8AC3E}">
        <p14:creationId xmlns:p14="http://schemas.microsoft.com/office/powerpoint/2010/main" val="1062532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8B6FE-F52D-0019-3F01-E0321D8F82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A4842E-CA0A-4619-D720-5A7AFB492271}"/>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E14BDB5D-B51E-B3D6-FF2C-A0910D8DE74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748CCF5-3B5B-3A7E-B816-F3C44394EF9E}"/>
              </a:ext>
            </a:extLst>
          </p:cNvPr>
          <p:cNvSpPr>
            <a:spLocks noGrp="1"/>
          </p:cNvSpPr>
          <p:nvPr>
            <p:ph type="sldNum" sz="quarter" idx="5"/>
          </p:nvPr>
        </p:nvSpPr>
        <p:spPr/>
        <p:txBody>
          <a:bodyPr/>
          <a:lstStyle/>
          <a:p>
            <a:fld id="{3139E1BF-F482-4B09-A220-7196C366D2D6}" type="slidenum">
              <a:rPr lang="es-ES" smtClean="0"/>
              <a:t>4</a:t>
            </a:fld>
            <a:endParaRPr lang="es-ES"/>
          </a:p>
        </p:txBody>
      </p:sp>
    </p:spTree>
    <p:extLst>
      <p:ext uri="{BB962C8B-B14F-4D97-AF65-F5344CB8AC3E}">
        <p14:creationId xmlns:p14="http://schemas.microsoft.com/office/powerpoint/2010/main" val="802257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1E25-C459-C1D3-BCFA-384B24B9F3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B27BAD-4D2D-F19C-32D4-7AFD0AF05423}"/>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C4467B98-D21A-9865-1B75-B48597A90CA1}"/>
              </a:ext>
            </a:extLst>
          </p:cNvPr>
          <p:cNvSpPr>
            <a:spLocks noGrp="1"/>
          </p:cNvSpPr>
          <p:nvPr>
            <p:ph type="body" idx="1"/>
          </p:nvPr>
        </p:nvSpPr>
        <p:spPr/>
        <p:txBody>
          <a:bodyPr/>
          <a:lstStyle/>
          <a:p>
            <a:r>
              <a:rPr lang="es-ES" dirty="0"/>
              <a:t>Inmutable: Los Value </a:t>
            </a:r>
            <a:r>
              <a:rPr lang="es-ES" dirty="0" err="1"/>
              <a:t>Objects</a:t>
            </a:r>
            <a:r>
              <a:rPr lang="es-ES" dirty="0"/>
              <a:t> suelen formar parte de otros elementos del dominio. Normalmente representan características de esos elementos. Por eso los hacemos inmutables: una vez creados, no deberían cambiar. Si una característica cambia, en lugar de modificar el Value </a:t>
            </a:r>
            <a:r>
              <a:rPr lang="es-ES" dirty="0" err="1"/>
              <a:t>Object</a:t>
            </a:r>
            <a:r>
              <a:rPr lang="es-ES" dirty="0"/>
              <a:t>, creamos uno nuevo y sustituimos el anterior. </a:t>
            </a:r>
          </a:p>
          <a:p>
            <a:endParaRPr lang="es-ES" dirty="0"/>
          </a:p>
          <a:p>
            <a:r>
              <a:rPr lang="es-ES" dirty="0"/>
              <a:t>Siempre será válido: Como son inmutables, tenemos que garantizar que siempre que se cree un elemento de este tipo sea válido. Por eso, en el momento de la creación incluimos las validaciones necesarias para garantizar que el Value </a:t>
            </a:r>
            <a:r>
              <a:rPr lang="es-ES" dirty="0" err="1"/>
              <a:t>Object</a:t>
            </a:r>
            <a:r>
              <a:rPr lang="es-ES" dirty="0"/>
              <a:t> cumple las reglas del dominio. Por ejemplo, si modelamos el identificador de una persona como VO, este tendrá las validaciones necesarias para garantizar que ese identificador sea válido en el momento de la creación. </a:t>
            </a:r>
          </a:p>
          <a:p>
            <a:endParaRPr lang="es-ES" dirty="0"/>
          </a:p>
          <a:p>
            <a:r>
              <a:rPr lang="es-ES" dirty="0"/>
              <a:t>No tiene identidad: Al ser una característica de otro elemento del dominio, no tiene sentido que tenga identidad propia. Dos Value </a:t>
            </a:r>
            <a:r>
              <a:rPr lang="es-ES" dirty="0" err="1"/>
              <a:t>Objects</a:t>
            </a:r>
            <a:r>
              <a:rPr lang="es-ES" dirty="0"/>
              <a:t> serán iguales si su contenido es el mismo, no porque compartan un identificador. </a:t>
            </a:r>
          </a:p>
          <a:p>
            <a:endParaRPr lang="es-ES" dirty="0"/>
          </a:p>
          <a:p>
            <a:r>
              <a:rPr lang="es-ES" dirty="0"/>
              <a:t>Encapsulado. Volviendo al ejemplo del identificador del usuario, un identificador de un usuario se compone, por ejemplo, de un tipo de identificador (NIE, NIF, Pasaporte, Otros) y un número de identificador. </a:t>
            </a:r>
            <a:r>
              <a:rPr lang="es-ES"/>
              <a:t>De esta forma, encapsulamos el concepto y nos aseguramos de que el dominio siempre trabaje con datos válidos y coherentes.</a:t>
            </a:r>
            <a:endParaRPr lang="es-ES" dirty="0"/>
          </a:p>
        </p:txBody>
      </p:sp>
      <p:sp>
        <p:nvSpPr>
          <p:cNvPr id="4" name="Marcador de número de diapositiva 3">
            <a:extLst>
              <a:ext uri="{FF2B5EF4-FFF2-40B4-BE49-F238E27FC236}">
                <a16:creationId xmlns:a16="http://schemas.microsoft.com/office/drawing/2014/main" id="{121499C2-695A-EE88-8962-80916B6584EB}"/>
              </a:ext>
            </a:extLst>
          </p:cNvPr>
          <p:cNvSpPr>
            <a:spLocks noGrp="1"/>
          </p:cNvSpPr>
          <p:nvPr>
            <p:ph type="sldNum" sz="quarter" idx="5"/>
          </p:nvPr>
        </p:nvSpPr>
        <p:spPr/>
        <p:txBody>
          <a:bodyPr/>
          <a:lstStyle/>
          <a:p>
            <a:fld id="{3139E1BF-F482-4B09-A220-7196C366D2D6}" type="slidenum">
              <a:rPr lang="es-ES" smtClean="0"/>
              <a:t>5</a:t>
            </a:fld>
            <a:endParaRPr lang="es-ES"/>
          </a:p>
        </p:txBody>
      </p:sp>
    </p:spTree>
    <p:extLst>
      <p:ext uri="{BB962C8B-B14F-4D97-AF65-F5344CB8AC3E}">
        <p14:creationId xmlns:p14="http://schemas.microsoft.com/office/powerpoint/2010/main" val="793167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CC7E1-9A24-5260-83A3-86A6C37164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DA7038-4568-5492-F24D-E4ECB1E96C9F}"/>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994C9953-2AF1-30BC-F94D-0BF1CF9360A6}"/>
              </a:ext>
            </a:extLst>
          </p:cNvPr>
          <p:cNvSpPr>
            <a:spLocks noGrp="1"/>
          </p:cNvSpPr>
          <p:nvPr>
            <p:ph type="body" idx="1"/>
          </p:nvPr>
        </p:nvSpPr>
        <p:spPr/>
        <p:txBody>
          <a:bodyPr/>
          <a:lstStyle/>
          <a:p>
            <a:r>
              <a:rPr lang="es-ES" dirty="0"/>
              <a:t>Correo electrónico: El correo electrónico es un VO típico: no tiene identidad propia y lo importante es que sea válido. Dos objetos Correo electrónico serán iguales cuando su valor sea el mismo. </a:t>
            </a:r>
          </a:p>
          <a:p>
            <a:endParaRPr lang="es-ES" dirty="0"/>
          </a:p>
          <a:p>
            <a:r>
              <a:rPr lang="es-ES" dirty="0"/>
              <a:t>Identificador de usuario: En este caso, estaríamos encapsulando dos elementos que, sueltos, no tendrían sentido: tipo de identificador y su número. Así estaríamos garantizando que el dominio siempre trabaja con identificadores válidos.</a:t>
            </a:r>
          </a:p>
          <a:p>
            <a:endParaRPr lang="es-ES" dirty="0"/>
          </a:p>
          <a:p>
            <a:r>
              <a:rPr lang="es-ES" dirty="0"/>
              <a:t>Rango de fechas. No tiene mucho misterio, si en la creación se incumpliese la regla que tiene definida, lanzaría una excepción. Si tuviésemos que modificar ese rango, sencillamente crearíamos uno nuevo con las fechas que procedan.</a:t>
            </a:r>
          </a:p>
          <a:p>
            <a:endParaRPr lang="es-ES" dirty="0"/>
          </a:p>
        </p:txBody>
      </p:sp>
      <p:sp>
        <p:nvSpPr>
          <p:cNvPr id="4" name="Marcador de número de diapositiva 3">
            <a:extLst>
              <a:ext uri="{FF2B5EF4-FFF2-40B4-BE49-F238E27FC236}">
                <a16:creationId xmlns:a16="http://schemas.microsoft.com/office/drawing/2014/main" id="{3ED8DBA7-AAB2-E866-D493-21BF75F2978A}"/>
              </a:ext>
            </a:extLst>
          </p:cNvPr>
          <p:cNvSpPr>
            <a:spLocks noGrp="1"/>
          </p:cNvSpPr>
          <p:nvPr>
            <p:ph type="sldNum" sz="quarter" idx="5"/>
          </p:nvPr>
        </p:nvSpPr>
        <p:spPr/>
        <p:txBody>
          <a:bodyPr/>
          <a:lstStyle/>
          <a:p>
            <a:fld id="{3139E1BF-F482-4B09-A220-7196C366D2D6}" type="slidenum">
              <a:rPr lang="es-ES" smtClean="0"/>
              <a:t>6</a:t>
            </a:fld>
            <a:endParaRPr lang="es-ES"/>
          </a:p>
        </p:txBody>
      </p:sp>
    </p:spTree>
    <p:extLst>
      <p:ext uri="{BB962C8B-B14F-4D97-AF65-F5344CB8AC3E}">
        <p14:creationId xmlns:p14="http://schemas.microsoft.com/office/powerpoint/2010/main" val="46456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E5AD-9F0C-25A8-F609-BE83B3EA3F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9DDF1B-65FC-A86A-544D-E8CDE3726E89}"/>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08E2F520-60D2-A04E-6AFE-CF8069D3264B}"/>
              </a:ext>
            </a:extLst>
          </p:cNvPr>
          <p:cNvSpPr>
            <a:spLocks noGrp="1"/>
          </p:cNvSpPr>
          <p:nvPr>
            <p:ph type="body" idx="1"/>
          </p:nvPr>
        </p:nvSpPr>
        <p:spPr/>
        <p:txBody>
          <a:bodyPr/>
          <a:lstStyle/>
          <a:p>
            <a:endParaRPr lang="es-ES" dirty="0"/>
          </a:p>
          <a:p>
            <a:r>
              <a:rPr lang="es-ES" dirty="0"/>
              <a:t>Un agregado representa un objeto del dominio que tiene sentido por sí mismo dentro del modelado. No es simplemente un conjunto de datos ni una representación directa de una tabla de base de datos, sino un concepto con significado propio dentro del dominio.</a:t>
            </a:r>
          </a:p>
          <a:p>
            <a:endParaRPr lang="es-ES" dirty="0"/>
          </a:p>
          <a:p>
            <a:r>
              <a:rPr lang="es-ES" dirty="0"/>
              <a:t>Tiene identidad propia, y esa identidad es lo que lo define. Sus atributos pueden cambiar a lo largo del tiempo, pero mientras conserve esa identidad, seguimos hablando del mismo agregado.</a:t>
            </a:r>
          </a:p>
          <a:p>
            <a:endParaRPr lang="es-ES" dirty="0"/>
          </a:p>
          <a:p>
            <a:r>
              <a:rPr lang="es-ES" dirty="0"/>
              <a:t>Además, encapsula comportamiento y reglas del dominio. Su estado siempre deberá ser coherente con las reglas de negocio.</a:t>
            </a:r>
          </a:p>
          <a:p>
            <a:endParaRPr lang="es-ES" dirty="0"/>
          </a:p>
          <a:p>
            <a:r>
              <a:rPr lang="es-ES" dirty="0"/>
              <a:t>Un ejemplo de esto podría ser Usuario, que tiene identidad propia y se compone de un identificador único y de varias características, como el nombre, los apellidos, el identificador de la persona o un correo electrónico de contacto.</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DDD puro se hace distinción entre Entidades y Agregados, pero la línea que separa ambos términos es muy fina y da lugar a confusiones. Por ese motivo, en nuestro modelado del dominio vamos a simplificar este concepto y, a partir de ahora, hablaremos siempre de Agregados para referirnos a conceptos del dominio con identidad y reglas de negocio.</a:t>
            </a:r>
          </a:p>
          <a:p>
            <a:endParaRPr lang="es-ES" dirty="0"/>
          </a:p>
        </p:txBody>
      </p:sp>
      <p:sp>
        <p:nvSpPr>
          <p:cNvPr id="4" name="Marcador de número de diapositiva 3">
            <a:extLst>
              <a:ext uri="{FF2B5EF4-FFF2-40B4-BE49-F238E27FC236}">
                <a16:creationId xmlns:a16="http://schemas.microsoft.com/office/drawing/2014/main" id="{BED37294-E5D0-24A8-F6BE-421FA420B396}"/>
              </a:ext>
            </a:extLst>
          </p:cNvPr>
          <p:cNvSpPr>
            <a:spLocks noGrp="1"/>
          </p:cNvSpPr>
          <p:nvPr>
            <p:ph type="sldNum" sz="quarter" idx="5"/>
          </p:nvPr>
        </p:nvSpPr>
        <p:spPr/>
        <p:txBody>
          <a:bodyPr/>
          <a:lstStyle/>
          <a:p>
            <a:fld id="{3139E1BF-F482-4B09-A220-7196C366D2D6}" type="slidenum">
              <a:rPr lang="es-ES" smtClean="0"/>
              <a:t>7</a:t>
            </a:fld>
            <a:endParaRPr lang="es-ES"/>
          </a:p>
        </p:txBody>
      </p:sp>
    </p:spTree>
    <p:extLst>
      <p:ext uri="{BB962C8B-B14F-4D97-AF65-F5344CB8AC3E}">
        <p14:creationId xmlns:p14="http://schemas.microsoft.com/office/powerpoint/2010/main" val="2499629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E0051-B328-7812-357C-89C862D8B6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714F3E-5D49-3797-B7A0-BA6895BAB613}"/>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EC5B0FC4-BC6B-6199-CF22-8E6247FB6268}"/>
              </a:ext>
            </a:extLst>
          </p:cNvPr>
          <p:cNvSpPr>
            <a:spLocks noGrp="1"/>
          </p:cNvSpPr>
          <p:nvPr>
            <p:ph type="body" idx="1"/>
          </p:nvPr>
        </p:nvSpPr>
        <p:spPr/>
        <p:txBody>
          <a:bodyPr/>
          <a:lstStyle/>
          <a:p>
            <a:r>
              <a:rPr lang="es-ES" dirty="0"/>
              <a:t>https://www.codedesignplus.com/libs/core/resources/aggregate/</a:t>
            </a:r>
          </a:p>
          <a:p>
            <a:endParaRPr lang="es-ES" dirty="0"/>
          </a:p>
          <a:p>
            <a:r>
              <a:rPr lang="es-ES" dirty="0"/>
              <a:t>El punto de entrada a nuestro dominio es el agregado raíz. Cualquier operación que implique modificar el estado de un elemento del dominio debe pasar siempre por el agregado raíz.</a:t>
            </a:r>
          </a:p>
          <a:p>
            <a:endParaRPr lang="es-ES" dirty="0"/>
          </a:p>
          <a:p>
            <a:r>
              <a:rPr lang="es-ES" dirty="0"/>
              <a:t>Por ejemplo, si quisiésemos cambiar el correo electrónico de un usuario, el agregado raíz tendría que exponer un método que permita realizar ese cambio.</a:t>
            </a:r>
          </a:p>
          <a:p>
            <a:endParaRPr lang="es-ES" dirty="0"/>
          </a:p>
          <a:p>
            <a:r>
              <a:rPr lang="es-ES" dirty="0"/>
              <a:t>De este modo, el agregado raíz se responsabiliza de que todas las reglas del dominio y sus invariantes se cumplan siempre. </a:t>
            </a:r>
          </a:p>
          <a:p>
            <a:endParaRPr lang="es-ES" dirty="0"/>
          </a:p>
          <a:p>
            <a:r>
              <a:rPr lang="es-ES" dirty="0"/>
              <a:t>Imaginemos, por ejemplo, que solo se permite cambiar el correo electrónico si es distinto al actual. Esa validación y ese control corresponderían al agregado raíz.</a:t>
            </a:r>
          </a:p>
        </p:txBody>
      </p:sp>
      <p:sp>
        <p:nvSpPr>
          <p:cNvPr id="4" name="Marcador de número de diapositiva 3">
            <a:extLst>
              <a:ext uri="{FF2B5EF4-FFF2-40B4-BE49-F238E27FC236}">
                <a16:creationId xmlns:a16="http://schemas.microsoft.com/office/drawing/2014/main" id="{F634ECD7-85F8-B83D-FA1F-1D9894234B95}"/>
              </a:ext>
            </a:extLst>
          </p:cNvPr>
          <p:cNvSpPr>
            <a:spLocks noGrp="1"/>
          </p:cNvSpPr>
          <p:nvPr>
            <p:ph type="sldNum" sz="quarter" idx="5"/>
          </p:nvPr>
        </p:nvSpPr>
        <p:spPr/>
        <p:txBody>
          <a:bodyPr/>
          <a:lstStyle/>
          <a:p>
            <a:fld id="{3139E1BF-F482-4B09-A220-7196C366D2D6}" type="slidenum">
              <a:rPr lang="es-ES" smtClean="0"/>
              <a:t>8</a:t>
            </a:fld>
            <a:endParaRPr lang="es-ES"/>
          </a:p>
        </p:txBody>
      </p:sp>
    </p:spTree>
    <p:extLst>
      <p:ext uri="{BB962C8B-B14F-4D97-AF65-F5344CB8AC3E}">
        <p14:creationId xmlns:p14="http://schemas.microsoft.com/office/powerpoint/2010/main" val="139786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D0457-0701-8F56-F0BC-69ED60CF2A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6075D9-4C21-A6B3-8425-463F10B970BA}"/>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3530C6B0-2328-BBE3-2B62-299E93DEA362}"/>
              </a:ext>
            </a:extLst>
          </p:cNvPr>
          <p:cNvSpPr>
            <a:spLocks noGrp="1"/>
          </p:cNvSpPr>
          <p:nvPr>
            <p:ph type="body" idx="1"/>
          </p:nvPr>
        </p:nvSpPr>
        <p:spPr/>
        <p:txBody>
          <a:bodyPr/>
          <a:lstStyle/>
          <a:p>
            <a:r>
              <a:rPr lang="es-ES" dirty="0"/>
              <a:t>Una duda habitual es qué ocurre cuando una regla de negocio implica a más de un agregado o incluso a otro contexto.</a:t>
            </a:r>
          </a:p>
          <a:p>
            <a:endParaRPr lang="es-ES" dirty="0"/>
          </a:p>
          <a:p>
            <a:r>
              <a:rPr lang="es-ES" dirty="0"/>
              <a:t>En DDD evitamos dependencias directas entre agregados. En lugar de eso, el agregado publica un evento que describe algo que ha ocurrido en el dominio.</a:t>
            </a:r>
          </a:p>
          <a:p>
            <a:endParaRPr lang="es-ES" dirty="0"/>
          </a:p>
          <a:p>
            <a:r>
              <a:rPr lang="es-ES" dirty="0"/>
              <a:t>Ese evento no dice qué hay que hacer, solo comunica un hecho. Otros componentes o incluso otros </a:t>
            </a:r>
            <a:r>
              <a:rPr lang="es-ES" dirty="0" err="1"/>
              <a:t>Bounded</a:t>
            </a:r>
            <a:r>
              <a:rPr lang="es-ES" dirty="0"/>
              <a:t> </a:t>
            </a:r>
            <a:r>
              <a:rPr lang="es-ES" dirty="0" err="1"/>
              <a:t>Contexts</a:t>
            </a:r>
            <a:r>
              <a:rPr lang="es-ES" dirty="0"/>
              <a:t> pueden reaccionar a él y ejecutar la lógica que corresponda.</a:t>
            </a:r>
          </a:p>
          <a:p>
            <a:endParaRPr lang="es-ES" dirty="0"/>
          </a:p>
          <a:p>
            <a:r>
              <a:rPr lang="es-ES" dirty="0"/>
              <a:t>Por ejemplo, si un usuario cambia cinco veces su correo electrónico, el agregado Usuario puede publicar un evento. Otro contexto, encargado de notificaciones o incidencias, reaccionará a ese evento y enviará el correo correspondiente.</a:t>
            </a:r>
          </a:p>
        </p:txBody>
      </p:sp>
      <p:sp>
        <p:nvSpPr>
          <p:cNvPr id="4" name="Marcador de número de diapositiva 3">
            <a:extLst>
              <a:ext uri="{FF2B5EF4-FFF2-40B4-BE49-F238E27FC236}">
                <a16:creationId xmlns:a16="http://schemas.microsoft.com/office/drawing/2014/main" id="{D98133F4-722F-4432-D4AC-B08E5EF8FB89}"/>
              </a:ext>
            </a:extLst>
          </p:cNvPr>
          <p:cNvSpPr>
            <a:spLocks noGrp="1"/>
          </p:cNvSpPr>
          <p:nvPr>
            <p:ph type="sldNum" sz="quarter" idx="5"/>
          </p:nvPr>
        </p:nvSpPr>
        <p:spPr/>
        <p:txBody>
          <a:bodyPr/>
          <a:lstStyle/>
          <a:p>
            <a:fld id="{3139E1BF-F482-4B09-A220-7196C366D2D6}" type="slidenum">
              <a:rPr lang="es-ES" smtClean="0"/>
              <a:t>9</a:t>
            </a:fld>
            <a:endParaRPr lang="es-ES"/>
          </a:p>
        </p:txBody>
      </p:sp>
    </p:spTree>
    <p:extLst>
      <p:ext uri="{BB962C8B-B14F-4D97-AF65-F5344CB8AC3E}">
        <p14:creationId xmlns:p14="http://schemas.microsoft.com/office/powerpoint/2010/main" val="1307626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90C6-FCF4-49B9-808B-9A03566AF4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54AA72-C025-970B-9F60-DB5DF84B3EAD}"/>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8C5280C8-D22A-EBB7-4BF4-96834D889534}"/>
              </a:ext>
            </a:extLst>
          </p:cNvPr>
          <p:cNvSpPr>
            <a:spLocks noGrp="1"/>
          </p:cNvSpPr>
          <p:nvPr>
            <p:ph type="body" idx="1"/>
          </p:nvPr>
        </p:nvSpPr>
        <p:spPr/>
        <p:txBody>
          <a:bodyPr/>
          <a:lstStyle/>
          <a:p>
            <a:r>
              <a:rPr lang="es-ES" dirty="0"/>
              <a:t>Cuando un agregado necesita mantener una referencia a algo que pertenece a otro contexto, no guardamos el objeto completo ni el agregado entero. Guardamos únicamente su identificador.</a:t>
            </a:r>
          </a:p>
          <a:p>
            <a:endParaRPr lang="es-ES" dirty="0"/>
          </a:p>
          <a:p>
            <a:r>
              <a:rPr lang="es-ES" dirty="0"/>
              <a:t>Esto  nos permite referenciar sin acoplar. El agregado sabrá “a quién” hace referencia, pero no sus características.</a:t>
            </a:r>
          </a:p>
          <a:p>
            <a:endParaRPr lang="es-ES" dirty="0"/>
          </a:p>
          <a:p>
            <a:r>
              <a:rPr lang="es-ES" dirty="0"/>
              <a:t>Si en algún momento necesitamos reaccionar a los cambios en ese otro contexto, como hemos comentado antes, se hará mediante eventos.</a:t>
            </a:r>
          </a:p>
          <a:p>
            <a:endParaRPr lang="es-ES" dirty="0"/>
          </a:p>
          <a:p>
            <a:r>
              <a:rPr lang="es-ES" dirty="0"/>
              <a:t>De esta forma, respetamos los límites del dominio y evitamos dependencias innecesarias.</a:t>
            </a:r>
          </a:p>
          <a:p>
            <a:endParaRPr lang="es-ES" dirty="0"/>
          </a:p>
          <a:p>
            <a:r>
              <a:rPr lang="es-ES" dirty="0"/>
              <a:t>Por ejemplo, si un agregado necesita asociarse a un usuario, almacenará únicamente </a:t>
            </a:r>
            <a:r>
              <a:rPr lang="es-ES"/>
              <a:t>el </a:t>
            </a:r>
            <a:r>
              <a:rPr lang="es-ES" sz="1200" kern="1200">
                <a:solidFill>
                  <a:schemeClr val="tx1"/>
                </a:solidFill>
                <a:latin typeface="+mn-lt"/>
                <a:ea typeface="+mn-ea"/>
                <a:cs typeface="+mn-cs"/>
              </a:rPr>
              <a:t>identificador</a:t>
            </a:r>
            <a:r>
              <a:rPr lang="es-ES"/>
              <a:t>. </a:t>
            </a:r>
            <a:r>
              <a:rPr lang="es-ES" dirty="0"/>
              <a:t>No guardará el usuario completo ni accederá a sus datos</a:t>
            </a:r>
          </a:p>
        </p:txBody>
      </p:sp>
      <p:sp>
        <p:nvSpPr>
          <p:cNvPr id="4" name="Marcador de número de diapositiva 3">
            <a:extLst>
              <a:ext uri="{FF2B5EF4-FFF2-40B4-BE49-F238E27FC236}">
                <a16:creationId xmlns:a16="http://schemas.microsoft.com/office/drawing/2014/main" id="{9293BEB3-2806-C6C3-92FD-A73120A54918}"/>
              </a:ext>
            </a:extLst>
          </p:cNvPr>
          <p:cNvSpPr>
            <a:spLocks noGrp="1"/>
          </p:cNvSpPr>
          <p:nvPr>
            <p:ph type="sldNum" sz="quarter" idx="5"/>
          </p:nvPr>
        </p:nvSpPr>
        <p:spPr/>
        <p:txBody>
          <a:bodyPr/>
          <a:lstStyle/>
          <a:p>
            <a:fld id="{3139E1BF-F482-4B09-A220-7196C366D2D6}" type="slidenum">
              <a:rPr lang="es-ES" smtClean="0"/>
              <a:t>10</a:t>
            </a:fld>
            <a:endParaRPr lang="es-ES"/>
          </a:p>
        </p:txBody>
      </p:sp>
    </p:spTree>
    <p:extLst>
      <p:ext uri="{BB962C8B-B14F-4D97-AF65-F5344CB8AC3E}">
        <p14:creationId xmlns:p14="http://schemas.microsoft.com/office/powerpoint/2010/main" val="2127839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79A7-B39D-888B-B35C-98BAF49D60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DA8B51E-8646-688F-2676-268958EAD111}"/>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797BCB2A-BC91-24C9-BE15-E8D88990A2B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1B32B9-F397-27D0-9113-E0123C906150}"/>
              </a:ext>
            </a:extLst>
          </p:cNvPr>
          <p:cNvSpPr>
            <a:spLocks noGrp="1"/>
          </p:cNvSpPr>
          <p:nvPr>
            <p:ph type="sldNum" sz="quarter" idx="5"/>
          </p:nvPr>
        </p:nvSpPr>
        <p:spPr/>
        <p:txBody>
          <a:bodyPr/>
          <a:lstStyle/>
          <a:p>
            <a:fld id="{3139E1BF-F482-4B09-A220-7196C366D2D6}" type="slidenum">
              <a:rPr lang="es-ES" smtClean="0"/>
              <a:t>11</a:t>
            </a:fld>
            <a:endParaRPr lang="es-ES"/>
          </a:p>
        </p:txBody>
      </p:sp>
    </p:spTree>
    <p:extLst>
      <p:ext uri="{BB962C8B-B14F-4D97-AF65-F5344CB8AC3E}">
        <p14:creationId xmlns:p14="http://schemas.microsoft.com/office/powerpoint/2010/main" val="4211995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90DC1-3047-DC97-2F9A-01666EA6B6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7E0FDF-2844-F1D3-D3E8-EBC662346A5C}"/>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B59B268B-A560-29B6-0257-6EA0B2E281E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DFEAAC0-EE6A-E4F9-8112-673B300ADB14}"/>
              </a:ext>
            </a:extLst>
          </p:cNvPr>
          <p:cNvSpPr>
            <a:spLocks noGrp="1"/>
          </p:cNvSpPr>
          <p:nvPr>
            <p:ph type="sldNum" sz="quarter" idx="5"/>
          </p:nvPr>
        </p:nvSpPr>
        <p:spPr/>
        <p:txBody>
          <a:bodyPr/>
          <a:lstStyle/>
          <a:p>
            <a:fld id="{3139E1BF-F482-4B09-A220-7196C366D2D6}" type="slidenum">
              <a:rPr lang="es-ES" smtClean="0"/>
              <a:t>12</a:t>
            </a:fld>
            <a:endParaRPr lang="es-ES"/>
          </a:p>
        </p:txBody>
      </p:sp>
    </p:spTree>
    <p:extLst>
      <p:ext uri="{BB962C8B-B14F-4D97-AF65-F5344CB8AC3E}">
        <p14:creationId xmlns:p14="http://schemas.microsoft.com/office/powerpoint/2010/main" val="3629059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530134-03CF-B844-5FE9-CF8D98613CC4}"/>
              </a:ext>
            </a:extLst>
          </p:cNvPr>
          <p:cNvSpPr>
            <a:spLocks noGrp="1"/>
          </p:cNvSpPr>
          <p:nvPr>
            <p:ph type="ctrTitle"/>
          </p:nvPr>
        </p:nvSpPr>
        <p:spPr>
          <a:xfrm>
            <a:off x="838202" y="365126"/>
            <a:ext cx="5187600" cy="315911"/>
          </a:xfrm>
        </p:spPr>
        <p:txBody>
          <a:bodyPr vert="horz" lIns="91440" tIns="45720" rIns="91440" bIns="45720" rtlCol="0" anchor="ctr">
            <a:noAutofit/>
          </a:bodyPr>
          <a:lstStyle>
            <a:lvl1pPr>
              <a:defRPr lang="es-ES" dirty="0"/>
            </a:lvl1pPr>
          </a:lstStyle>
          <a:p>
            <a:pPr lvl="0"/>
            <a:r>
              <a:rPr lang="es-ES"/>
              <a:t>Haga clic para modificar el estilo de título del patrón</a:t>
            </a:r>
            <a:endParaRPr lang="es-ES" dirty="0"/>
          </a:p>
        </p:txBody>
      </p:sp>
      <p:sp>
        <p:nvSpPr>
          <p:cNvPr id="3" name="Subtítulo 2">
            <a:extLst>
              <a:ext uri="{FF2B5EF4-FFF2-40B4-BE49-F238E27FC236}">
                <a16:creationId xmlns:a16="http://schemas.microsoft.com/office/drawing/2014/main" id="{9A3E5D99-2FA6-118F-552A-8DEFB9BFCADA}"/>
              </a:ext>
            </a:extLst>
          </p:cNvPr>
          <p:cNvSpPr>
            <a:spLocks noGrp="1"/>
          </p:cNvSpPr>
          <p:nvPr>
            <p:ph type="subTitle" idx="1"/>
          </p:nvPr>
        </p:nvSpPr>
        <p:spPr>
          <a:xfrm>
            <a:off x="1524000" y="867747"/>
            <a:ext cx="9144000" cy="465675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S" dirty="0"/>
          </a:p>
        </p:txBody>
      </p:sp>
      <p:sp>
        <p:nvSpPr>
          <p:cNvPr id="9" name="Marcador de pie de página 8">
            <a:extLst>
              <a:ext uri="{FF2B5EF4-FFF2-40B4-BE49-F238E27FC236}">
                <a16:creationId xmlns:a16="http://schemas.microsoft.com/office/drawing/2014/main" id="{83EEE225-C217-1C99-1C7E-CBF0867951DD}"/>
              </a:ext>
            </a:extLst>
          </p:cNvPr>
          <p:cNvSpPr>
            <a:spLocks noGrp="1"/>
          </p:cNvSpPr>
          <p:nvPr>
            <p:ph type="ftr" sz="quarter" idx="10"/>
          </p:nvPr>
        </p:nvSpPr>
        <p:spPr/>
        <p:txBody>
          <a:bodyPr/>
          <a:lstStyle/>
          <a:p>
            <a:pPr algn="l"/>
            <a:r>
              <a:rPr lang="es-ES" dirty="0"/>
              <a:t>Haga clic para modificar el título de la presentación</a:t>
            </a:r>
          </a:p>
        </p:txBody>
      </p:sp>
      <p:sp>
        <p:nvSpPr>
          <p:cNvPr id="10" name="Marcador de fecha 9">
            <a:extLst>
              <a:ext uri="{FF2B5EF4-FFF2-40B4-BE49-F238E27FC236}">
                <a16:creationId xmlns:a16="http://schemas.microsoft.com/office/drawing/2014/main" id="{AEFA2ED0-E7EC-A30F-6300-F3D7529FA142}"/>
              </a:ext>
            </a:extLst>
          </p:cNvPr>
          <p:cNvSpPr>
            <a:spLocks noGrp="1"/>
          </p:cNvSpPr>
          <p:nvPr>
            <p:ph type="dt" sz="half" idx="11"/>
          </p:nvPr>
        </p:nvSpPr>
        <p:spPr/>
        <p:txBody>
          <a:bodyPr/>
          <a:lstStyle/>
          <a:p>
            <a:r>
              <a:rPr lang="es-ES" dirty="0"/>
              <a:t>Nombre Unidad</a:t>
            </a:r>
          </a:p>
        </p:txBody>
      </p:sp>
    </p:spTree>
    <p:extLst>
      <p:ext uri="{BB962C8B-B14F-4D97-AF65-F5344CB8AC3E}">
        <p14:creationId xmlns:p14="http://schemas.microsoft.com/office/powerpoint/2010/main" val="2184325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35629-BE3D-F1DE-9ADB-5BD0477FDD97}"/>
              </a:ext>
            </a:extLst>
          </p:cNvPr>
          <p:cNvSpPr>
            <a:spLocks noGrp="1"/>
          </p:cNvSpPr>
          <p:nvPr>
            <p:ph type="title"/>
          </p:nvPr>
        </p:nvSpPr>
        <p:spPr/>
        <p:txBody>
          <a:bodyPr/>
          <a:lstStyle/>
          <a:p>
            <a:r>
              <a:rPr lang="es-ES"/>
              <a:t>Haga clic para modificar el estilo de título del patrón</a:t>
            </a:r>
            <a:endParaRPr lang="es-ES" dirty="0"/>
          </a:p>
        </p:txBody>
      </p:sp>
      <p:sp>
        <p:nvSpPr>
          <p:cNvPr id="3" name="Marcador de contenido 2">
            <a:extLst>
              <a:ext uri="{FF2B5EF4-FFF2-40B4-BE49-F238E27FC236}">
                <a16:creationId xmlns:a16="http://schemas.microsoft.com/office/drawing/2014/main" id="{CB1B778B-C65B-6717-9635-1C6D8B0A570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7" name="Marcador de pie de página 6">
            <a:extLst>
              <a:ext uri="{FF2B5EF4-FFF2-40B4-BE49-F238E27FC236}">
                <a16:creationId xmlns:a16="http://schemas.microsoft.com/office/drawing/2014/main" id="{D331AF2F-C6FC-7331-31E3-0E313DB24DAB}"/>
              </a:ext>
            </a:extLst>
          </p:cNvPr>
          <p:cNvSpPr>
            <a:spLocks noGrp="1"/>
          </p:cNvSpPr>
          <p:nvPr>
            <p:ph type="ftr" sz="quarter" idx="10"/>
          </p:nvPr>
        </p:nvSpPr>
        <p:spPr/>
        <p:txBody>
          <a:bodyPr/>
          <a:lstStyle/>
          <a:p>
            <a:pPr algn="l"/>
            <a:r>
              <a:rPr lang="es-ES" dirty="0"/>
              <a:t>Haga clic para modificar el título de la presentación</a:t>
            </a:r>
          </a:p>
        </p:txBody>
      </p:sp>
      <p:sp>
        <p:nvSpPr>
          <p:cNvPr id="8" name="Marcador de fecha 7">
            <a:extLst>
              <a:ext uri="{FF2B5EF4-FFF2-40B4-BE49-F238E27FC236}">
                <a16:creationId xmlns:a16="http://schemas.microsoft.com/office/drawing/2014/main" id="{2244BFD9-1AA9-7014-183E-0BDFCC8182C8}"/>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4059043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EB84AD-5D38-27F0-2A96-7B7E6AF28A2E}"/>
              </a:ext>
            </a:extLst>
          </p:cNvPr>
          <p:cNvSpPr>
            <a:spLocks noGrp="1"/>
          </p:cNvSpPr>
          <p:nvPr>
            <p:ph type="title"/>
          </p:nvPr>
        </p:nvSpPr>
        <p:spPr>
          <a:xfrm>
            <a:off x="831850" y="871538"/>
            <a:ext cx="10515600" cy="2852737"/>
          </a:xfrm>
        </p:spPr>
        <p:txBody>
          <a:bodyPr anchor="b"/>
          <a:lstStyle>
            <a:lvl1pPr>
              <a:defRPr sz="6000"/>
            </a:lvl1pPr>
          </a:lstStyle>
          <a:p>
            <a:r>
              <a:rPr lang="es-ES"/>
              <a:t>Haga clic para modificar el estilo de título del patrón</a:t>
            </a:r>
            <a:endParaRPr lang="es-ES" dirty="0"/>
          </a:p>
        </p:txBody>
      </p:sp>
      <p:sp>
        <p:nvSpPr>
          <p:cNvPr id="3" name="Marcador de texto 2">
            <a:extLst>
              <a:ext uri="{FF2B5EF4-FFF2-40B4-BE49-F238E27FC236}">
                <a16:creationId xmlns:a16="http://schemas.microsoft.com/office/drawing/2014/main" id="{4CF4CD48-36DF-ADBB-466D-70C2378EA2C1}"/>
              </a:ext>
            </a:extLst>
          </p:cNvPr>
          <p:cNvSpPr>
            <a:spLocks noGrp="1"/>
          </p:cNvSpPr>
          <p:nvPr>
            <p:ph type="body" idx="1"/>
          </p:nvPr>
        </p:nvSpPr>
        <p:spPr>
          <a:xfrm>
            <a:off x="831850" y="3751263"/>
            <a:ext cx="10515600" cy="173513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7" name="Marcador de pie de página 6">
            <a:extLst>
              <a:ext uri="{FF2B5EF4-FFF2-40B4-BE49-F238E27FC236}">
                <a16:creationId xmlns:a16="http://schemas.microsoft.com/office/drawing/2014/main" id="{659715E7-79BC-CB55-5398-83D150768D0F}"/>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8" name="Marcador de fecha 7">
            <a:extLst>
              <a:ext uri="{FF2B5EF4-FFF2-40B4-BE49-F238E27FC236}">
                <a16:creationId xmlns:a16="http://schemas.microsoft.com/office/drawing/2014/main" id="{D696B9DE-6579-D3CE-83FA-40F695B387DF}"/>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2508772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AB7EAF-AA53-B0E7-36F8-BE36A7D4FF9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BA128E-7454-986D-3D81-73036B2545BE}"/>
              </a:ext>
            </a:extLst>
          </p:cNvPr>
          <p:cNvSpPr>
            <a:spLocks noGrp="1"/>
          </p:cNvSpPr>
          <p:nvPr>
            <p:ph sz="half" idx="1"/>
          </p:nvPr>
        </p:nvSpPr>
        <p:spPr>
          <a:xfrm>
            <a:off x="838200" y="873125"/>
            <a:ext cx="5181600" cy="46323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Marcador de contenido 3">
            <a:extLst>
              <a:ext uri="{FF2B5EF4-FFF2-40B4-BE49-F238E27FC236}">
                <a16:creationId xmlns:a16="http://schemas.microsoft.com/office/drawing/2014/main" id="{85CF0C9D-133E-655C-95C4-D980D9885512}"/>
              </a:ext>
            </a:extLst>
          </p:cNvPr>
          <p:cNvSpPr>
            <a:spLocks noGrp="1"/>
          </p:cNvSpPr>
          <p:nvPr>
            <p:ph sz="half" idx="2"/>
          </p:nvPr>
        </p:nvSpPr>
        <p:spPr>
          <a:xfrm>
            <a:off x="6172200" y="873125"/>
            <a:ext cx="5181600" cy="46323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8" name="Marcador de pie de página 7">
            <a:extLst>
              <a:ext uri="{FF2B5EF4-FFF2-40B4-BE49-F238E27FC236}">
                <a16:creationId xmlns:a16="http://schemas.microsoft.com/office/drawing/2014/main" id="{6EA0299F-A92E-5A14-FA99-29D625D41C90}"/>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9" name="Marcador de fecha 8">
            <a:extLst>
              <a:ext uri="{FF2B5EF4-FFF2-40B4-BE49-F238E27FC236}">
                <a16:creationId xmlns:a16="http://schemas.microsoft.com/office/drawing/2014/main" id="{F01B5BFF-96A1-4721-C871-E829BEF07119}"/>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479393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902622-0A02-2239-E45F-F88F1693C1F9}"/>
              </a:ext>
            </a:extLst>
          </p:cNvPr>
          <p:cNvSpPr>
            <a:spLocks noGrp="1"/>
          </p:cNvSpPr>
          <p:nvPr>
            <p:ph type="title"/>
          </p:nvPr>
        </p:nvSpPr>
        <p:spPr>
          <a:xfrm>
            <a:off x="839788" y="365126"/>
            <a:ext cx="5157787" cy="315912"/>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B43E9A4C-7843-4930-1F6A-8A6EAC775CBC}"/>
              </a:ext>
            </a:extLst>
          </p:cNvPr>
          <p:cNvSpPr>
            <a:spLocks noGrp="1"/>
          </p:cNvSpPr>
          <p:nvPr>
            <p:ph type="body" idx="1"/>
          </p:nvPr>
        </p:nvSpPr>
        <p:spPr>
          <a:xfrm>
            <a:off x="839788" y="92868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2C5E003-C45B-E844-FBC0-42094D3267C7}"/>
              </a:ext>
            </a:extLst>
          </p:cNvPr>
          <p:cNvSpPr>
            <a:spLocks noGrp="1"/>
          </p:cNvSpPr>
          <p:nvPr>
            <p:ph sz="half" idx="2"/>
          </p:nvPr>
        </p:nvSpPr>
        <p:spPr>
          <a:xfrm>
            <a:off x="839788" y="1752600"/>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5" name="Marcador de texto 4">
            <a:extLst>
              <a:ext uri="{FF2B5EF4-FFF2-40B4-BE49-F238E27FC236}">
                <a16:creationId xmlns:a16="http://schemas.microsoft.com/office/drawing/2014/main" id="{1BEB0212-7E76-8601-742C-D3BE8719D8B7}"/>
              </a:ext>
            </a:extLst>
          </p:cNvPr>
          <p:cNvSpPr>
            <a:spLocks noGrp="1"/>
          </p:cNvSpPr>
          <p:nvPr>
            <p:ph type="body" sz="quarter" idx="3"/>
          </p:nvPr>
        </p:nvSpPr>
        <p:spPr>
          <a:xfrm>
            <a:off x="6172200" y="92868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F044D1B-8BE3-EC9D-E50E-28FA964B2E29}"/>
              </a:ext>
            </a:extLst>
          </p:cNvPr>
          <p:cNvSpPr>
            <a:spLocks noGrp="1"/>
          </p:cNvSpPr>
          <p:nvPr>
            <p:ph sz="quarter" idx="4"/>
          </p:nvPr>
        </p:nvSpPr>
        <p:spPr>
          <a:xfrm>
            <a:off x="6172200" y="1752600"/>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10" name="Marcador de pie de página 9">
            <a:extLst>
              <a:ext uri="{FF2B5EF4-FFF2-40B4-BE49-F238E27FC236}">
                <a16:creationId xmlns:a16="http://schemas.microsoft.com/office/drawing/2014/main" id="{CD1B1445-8FF5-17C4-6D98-D6488576BCCF}"/>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11" name="Marcador de fecha 10">
            <a:extLst>
              <a:ext uri="{FF2B5EF4-FFF2-40B4-BE49-F238E27FC236}">
                <a16:creationId xmlns:a16="http://schemas.microsoft.com/office/drawing/2014/main" id="{7A06D4B6-2F80-6030-4EFE-843A0BD8DA10}"/>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1879702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BD4A59-08EC-8657-C6F6-41A8C2F35CBD}"/>
              </a:ext>
            </a:extLst>
          </p:cNvPr>
          <p:cNvSpPr>
            <a:spLocks noGrp="1"/>
          </p:cNvSpPr>
          <p:nvPr>
            <p:ph type="title"/>
          </p:nvPr>
        </p:nvSpPr>
        <p:spPr/>
        <p:txBody>
          <a:bodyPr/>
          <a:lstStyle/>
          <a:p>
            <a:r>
              <a:rPr lang="es-ES"/>
              <a:t>Haga clic para modificar el estilo de título del patrón</a:t>
            </a:r>
          </a:p>
        </p:txBody>
      </p:sp>
      <p:sp>
        <p:nvSpPr>
          <p:cNvPr id="6" name="Marcador de pie de página 5">
            <a:extLst>
              <a:ext uri="{FF2B5EF4-FFF2-40B4-BE49-F238E27FC236}">
                <a16:creationId xmlns:a16="http://schemas.microsoft.com/office/drawing/2014/main" id="{487AF110-417D-D60F-C38D-6900F4DA9E2B}"/>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7" name="Marcador de fecha 6">
            <a:extLst>
              <a:ext uri="{FF2B5EF4-FFF2-40B4-BE49-F238E27FC236}">
                <a16:creationId xmlns:a16="http://schemas.microsoft.com/office/drawing/2014/main" id="{EAA50192-175F-1585-1926-B864761E5840}"/>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2868412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57BA4D09-9960-A79B-27E9-59800BB05244}"/>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6" name="Marcador de fecha 5">
            <a:extLst>
              <a:ext uri="{FF2B5EF4-FFF2-40B4-BE49-F238E27FC236}">
                <a16:creationId xmlns:a16="http://schemas.microsoft.com/office/drawing/2014/main" id="{2ACB0EF7-3DEA-FF0D-D5AB-E210B6A3289E}"/>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3514354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AD63A-CCF7-50B3-7141-24378E2EF50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 dirty="0"/>
          </a:p>
        </p:txBody>
      </p:sp>
      <p:sp>
        <p:nvSpPr>
          <p:cNvPr id="3" name="Marcador de contenido 2">
            <a:extLst>
              <a:ext uri="{FF2B5EF4-FFF2-40B4-BE49-F238E27FC236}">
                <a16:creationId xmlns:a16="http://schemas.microsoft.com/office/drawing/2014/main" id="{DC99A0E7-FE36-ADF4-345D-8954F06863A0}"/>
              </a:ext>
            </a:extLst>
          </p:cNvPr>
          <p:cNvSpPr>
            <a:spLocks noGrp="1"/>
          </p:cNvSpPr>
          <p:nvPr>
            <p:ph idx="1"/>
          </p:nvPr>
        </p:nvSpPr>
        <p:spPr>
          <a:xfrm>
            <a:off x="5183188" y="987426"/>
            <a:ext cx="6172200" cy="46037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Marcador de texto 3">
            <a:extLst>
              <a:ext uri="{FF2B5EF4-FFF2-40B4-BE49-F238E27FC236}">
                <a16:creationId xmlns:a16="http://schemas.microsoft.com/office/drawing/2014/main" id="{344BBD5B-FDBC-A348-1A00-7BC1123E342E}"/>
              </a:ext>
            </a:extLst>
          </p:cNvPr>
          <p:cNvSpPr>
            <a:spLocks noGrp="1"/>
          </p:cNvSpPr>
          <p:nvPr>
            <p:ph type="body" sz="half" idx="2"/>
          </p:nvPr>
        </p:nvSpPr>
        <p:spPr>
          <a:xfrm>
            <a:off x="839788" y="2057400"/>
            <a:ext cx="3932237" cy="35337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Marcador de pie de página 7">
            <a:extLst>
              <a:ext uri="{FF2B5EF4-FFF2-40B4-BE49-F238E27FC236}">
                <a16:creationId xmlns:a16="http://schemas.microsoft.com/office/drawing/2014/main" id="{1901CFB5-5012-CEA4-7EB0-3ECFAA925A51}"/>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9" name="Marcador de fecha 8">
            <a:extLst>
              <a:ext uri="{FF2B5EF4-FFF2-40B4-BE49-F238E27FC236}">
                <a16:creationId xmlns:a16="http://schemas.microsoft.com/office/drawing/2014/main" id="{45F80777-0822-16A3-E9A0-970AEA5A3516}"/>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1101999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AB2C74-536E-9FCE-68AE-D2C8C4320CB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 dirty="0"/>
          </a:p>
        </p:txBody>
      </p:sp>
      <p:sp>
        <p:nvSpPr>
          <p:cNvPr id="3" name="Marcador de posición de imagen 2">
            <a:extLst>
              <a:ext uri="{FF2B5EF4-FFF2-40B4-BE49-F238E27FC236}">
                <a16:creationId xmlns:a16="http://schemas.microsoft.com/office/drawing/2014/main" id="{20E08CBC-4C77-A911-9167-9975951D59D6}"/>
              </a:ext>
            </a:extLst>
          </p:cNvPr>
          <p:cNvSpPr>
            <a:spLocks noGrp="1"/>
          </p:cNvSpPr>
          <p:nvPr>
            <p:ph type="pic" idx="1"/>
          </p:nvPr>
        </p:nvSpPr>
        <p:spPr>
          <a:xfrm>
            <a:off x="5183188" y="987425"/>
            <a:ext cx="6172200" cy="46323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ES" dirty="0"/>
          </a:p>
        </p:txBody>
      </p:sp>
      <p:sp>
        <p:nvSpPr>
          <p:cNvPr id="4" name="Marcador de texto 3">
            <a:extLst>
              <a:ext uri="{FF2B5EF4-FFF2-40B4-BE49-F238E27FC236}">
                <a16:creationId xmlns:a16="http://schemas.microsoft.com/office/drawing/2014/main" id="{B49EBF62-32B3-0BDF-77EA-0271FE610868}"/>
              </a:ext>
            </a:extLst>
          </p:cNvPr>
          <p:cNvSpPr>
            <a:spLocks noGrp="1"/>
          </p:cNvSpPr>
          <p:nvPr>
            <p:ph type="body" sz="half" idx="2"/>
          </p:nvPr>
        </p:nvSpPr>
        <p:spPr>
          <a:xfrm>
            <a:off x="839788" y="2057400"/>
            <a:ext cx="3932237" cy="35623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Marcador de pie de página 7">
            <a:extLst>
              <a:ext uri="{FF2B5EF4-FFF2-40B4-BE49-F238E27FC236}">
                <a16:creationId xmlns:a16="http://schemas.microsoft.com/office/drawing/2014/main" id="{4479C548-2306-DA10-3E9B-8A73C52E8784}"/>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9" name="Marcador de fecha 8">
            <a:extLst>
              <a:ext uri="{FF2B5EF4-FFF2-40B4-BE49-F238E27FC236}">
                <a16:creationId xmlns:a16="http://schemas.microsoft.com/office/drawing/2014/main" id="{A516B9CC-B7A0-1422-D941-4E3CE420E227}"/>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3997291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82953-896C-72F2-4D88-3F3807982B9C}"/>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78D2EE4-BE01-C004-DC44-ECC856962C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7" name="Marcador de pie de página 6">
            <a:extLst>
              <a:ext uri="{FF2B5EF4-FFF2-40B4-BE49-F238E27FC236}">
                <a16:creationId xmlns:a16="http://schemas.microsoft.com/office/drawing/2014/main" id="{5EF7CC4E-0EC4-319F-ED78-96E4075A213A}"/>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8" name="Marcador de fecha 7">
            <a:extLst>
              <a:ext uri="{FF2B5EF4-FFF2-40B4-BE49-F238E27FC236}">
                <a16:creationId xmlns:a16="http://schemas.microsoft.com/office/drawing/2014/main" id="{863944EB-7AAF-4448-4A5E-70CC6E6EE838}"/>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2512992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A23C432-1CB3-C8E5-2988-94E0262E4371}"/>
              </a:ext>
            </a:extLst>
          </p:cNvPr>
          <p:cNvSpPr>
            <a:spLocks noGrp="1"/>
          </p:cNvSpPr>
          <p:nvPr>
            <p:ph type="title" orient="vert"/>
          </p:nvPr>
        </p:nvSpPr>
        <p:spPr>
          <a:xfrm>
            <a:off x="8724900" y="781049"/>
            <a:ext cx="2628900" cy="4829175"/>
          </a:xfrm>
        </p:spPr>
        <p:txBody>
          <a:bodyPr vert="eaVert"/>
          <a:lstStyle/>
          <a:p>
            <a:r>
              <a:rPr lang="es-ES"/>
              <a:t>Haga clic para modificar el estilo de título del patrón</a:t>
            </a:r>
            <a:endParaRPr lang="es-ES" dirty="0"/>
          </a:p>
        </p:txBody>
      </p:sp>
      <p:sp>
        <p:nvSpPr>
          <p:cNvPr id="3" name="Marcador de texto vertical 2">
            <a:extLst>
              <a:ext uri="{FF2B5EF4-FFF2-40B4-BE49-F238E27FC236}">
                <a16:creationId xmlns:a16="http://schemas.microsoft.com/office/drawing/2014/main" id="{5405BC5C-8E09-120E-7819-CA46D7C1E03E}"/>
              </a:ext>
            </a:extLst>
          </p:cNvPr>
          <p:cNvSpPr>
            <a:spLocks noGrp="1"/>
          </p:cNvSpPr>
          <p:nvPr>
            <p:ph type="body" orient="vert" idx="1"/>
          </p:nvPr>
        </p:nvSpPr>
        <p:spPr>
          <a:xfrm>
            <a:off x="838200" y="781049"/>
            <a:ext cx="7734300" cy="48291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7" name="Marcador de pie de página 6">
            <a:extLst>
              <a:ext uri="{FF2B5EF4-FFF2-40B4-BE49-F238E27FC236}">
                <a16:creationId xmlns:a16="http://schemas.microsoft.com/office/drawing/2014/main" id="{0E58F960-959A-1B58-D1B5-8F340040A8A3}"/>
              </a:ext>
            </a:extLst>
          </p:cNvPr>
          <p:cNvSpPr>
            <a:spLocks noGrp="1"/>
          </p:cNvSpPr>
          <p:nvPr>
            <p:ph type="ftr" sz="quarter" idx="10"/>
          </p:nvPr>
        </p:nvSpPr>
        <p:spPr/>
        <p:txBody>
          <a:bodyPr/>
          <a:lstStyle/>
          <a:p>
            <a:pPr algn="l"/>
            <a:r>
              <a:rPr lang="es-ES" dirty="0"/>
              <a:t>Haga clic para modificar el título de la presentación</a:t>
            </a:r>
          </a:p>
        </p:txBody>
      </p:sp>
      <p:sp>
        <p:nvSpPr>
          <p:cNvPr id="8" name="Marcador de fecha 7">
            <a:extLst>
              <a:ext uri="{FF2B5EF4-FFF2-40B4-BE49-F238E27FC236}">
                <a16:creationId xmlns:a16="http://schemas.microsoft.com/office/drawing/2014/main" id="{5F4D9FEF-A254-1AA9-5B4A-DEF8E1E75225}"/>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710528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ortada">
    <p:bg>
      <p:bgPr>
        <a:solidFill>
          <a:srgbClr val="002129"/>
        </a:solidFill>
        <a:effectLst/>
      </p:bgPr>
    </p:bg>
    <p:spTree>
      <p:nvGrpSpPr>
        <p:cNvPr id="1" name=""/>
        <p:cNvGrpSpPr/>
        <p:nvPr/>
      </p:nvGrpSpPr>
      <p:grpSpPr>
        <a:xfrm>
          <a:off x="0" y="0"/>
          <a:ext cx="0" cy="0"/>
          <a:chOff x="0" y="0"/>
          <a:chExt cx="0" cy="0"/>
        </a:xfrm>
      </p:grpSpPr>
      <p:sp>
        <p:nvSpPr>
          <p:cNvPr id="3" name="Rectángulo redondeado 16">
            <a:extLst>
              <a:ext uri="{FF2B5EF4-FFF2-40B4-BE49-F238E27FC236}">
                <a16:creationId xmlns:a16="http://schemas.microsoft.com/office/drawing/2014/main" id="{71FE5AC9-2F36-C5C1-243B-3B039E767334}"/>
              </a:ext>
            </a:extLst>
          </p:cNvPr>
          <p:cNvSpPr/>
          <p:nvPr userDrawn="1"/>
        </p:nvSpPr>
        <p:spPr>
          <a:xfrm>
            <a:off x="793" y="5738254"/>
            <a:ext cx="12191208" cy="1119746"/>
          </a:xfrm>
          <a:custGeom>
            <a:avLst/>
            <a:gdLst>
              <a:gd name="connsiteX0" fmla="*/ 0 w 12191208"/>
              <a:gd name="connsiteY0" fmla="*/ 296738 h 1780390"/>
              <a:gd name="connsiteX1" fmla="*/ 296738 w 12191208"/>
              <a:gd name="connsiteY1" fmla="*/ 0 h 1780390"/>
              <a:gd name="connsiteX2" fmla="*/ 11894470 w 12191208"/>
              <a:gd name="connsiteY2" fmla="*/ 0 h 1780390"/>
              <a:gd name="connsiteX3" fmla="*/ 12191208 w 12191208"/>
              <a:gd name="connsiteY3" fmla="*/ 296738 h 1780390"/>
              <a:gd name="connsiteX4" fmla="*/ 12191208 w 12191208"/>
              <a:gd name="connsiteY4" fmla="*/ 1483652 h 1780390"/>
              <a:gd name="connsiteX5" fmla="*/ 11894470 w 12191208"/>
              <a:gd name="connsiteY5" fmla="*/ 1780390 h 1780390"/>
              <a:gd name="connsiteX6" fmla="*/ 296738 w 12191208"/>
              <a:gd name="connsiteY6" fmla="*/ 1780390 h 1780390"/>
              <a:gd name="connsiteX7" fmla="*/ 0 w 12191208"/>
              <a:gd name="connsiteY7" fmla="*/ 1483652 h 1780390"/>
              <a:gd name="connsiteX8" fmla="*/ 0 w 12191208"/>
              <a:gd name="connsiteY8" fmla="*/ 296738 h 1780390"/>
              <a:gd name="connsiteX0" fmla="*/ 11894470 w 12191208"/>
              <a:gd name="connsiteY0" fmla="*/ 1780390 h 1871830"/>
              <a:gd name="connsiteX1" fmla="*/ 296738 w 12191208"/>
              <a:gd name="connsiteY1" fmla="*/ 1780390 h 1871830"/>
              <a:gd name="connsiteX2" fmla="*/ 0 w 12191208"/>
              <a:gd name="connsiteY2" fmla="*/ 1483652 h 1871830"/>
              <a:gd name="connsiteX3" fmla="*/ 0 w 12191208"/>
              <a:gd name="connsiteY3" fmla="*/ 296738 h 1871830"/>
              <a:gd name="connsiteX4" fmla="*/ 296738 w 12191208"/>
              <a:gd name="connsiteY4" fmla="*/ 0 h 1871830"/>
              <a:gd name="connsiteX5" fmla="*/ 11894470 w 12191208"/>
              <a:gd name="connsiteY5" fmla="*/ 0 h 1871830"/>
              <a:gd name="connsiteX6" fmla="*/ 12191208 w 12191208"/>
              <a:gd name="connsiteY6" fmla="*/ 296738 h 1871830"/>
              <a:gd name="connsiteX7" fmla="*/ 12191208 w 12191208"/>
              <a:gd name="connsiteY7" fmla="*/ 1483652 h 1871830"/>
              <a:gd name="connsiteX8" fmla="*/ 11985910 w 12191208"/>
              <a:gd name="connsiteY8" fmla="*/ 1871830 h 1871830"/>
              <a:gd name="connsiteX0" fmla="*/ 11894470 w 12191208"/>
              <a:gd name="connsiteY0" fmla="*/ 1780390 h 1780390"/>
              <a:gd name="connsiteX1" fmla="*/ 296738 w 12191208"/>
              <a:gd name="connsiteY1" fmla="*/ 1780390 h 1780390"/>
              <a:gd name="connsiteX2" fmla="*/ 0 w 12191208"/>
              <a:gd name="connsiteY2" fmla="*/ 1483652 h 1780390"/>
              <a:gd name="connsiteX3" fmla="*/ 0 w 12191208"/>
              <a:gd name="connsiteY3" fmla="*/ 296738 h 1780390"/>
              <a:gd name="connsiteX4" fmla="*/ 296738 w 12191208"/>
              <a:gd name="connsiteY4" fmla="*/ 0 h 1780390"/>
              <a:gd name="connsiteX5" fmla="*/ 11894470 w 12191208"/>
              <a:gd name="connsiteY5" fmla="*/ 0 h 1780390"/>
              <a:gd name="connsiteX6" fmla="*/ 12191208 w 12191208"/>
              <a:gd name="connsiteY6" fmla="*/ 296738 h 1780390"/>
              <a:gd name="connsiteX7" fmla="*/ 12191208 w 12191208"/>
              <a:gd name="connsiteY7" fmla="*/ 1483652 h 1780390"/>
              <a:gd name="connsiteX0" fmla="*/ 11894470 w 12191208"/>
              <a:gd name="connsiteY0" fmla="*/ 1780390 h 1780390"/>
              <a:gd name="connsiteX1" fmla="*/ 0 w 12191208"/>
              <a:gd name="connsiteY1" fmla="*/ 1483652 h 1780390"/>
              <a:gd name="connsiteX2" fmla="*/ 0 w 12191208"/>
              <a:gd name="connsiteY2" fmla="*/ 296738 h 1780390"/>
              <a:gd name="connsiteX3" fmla="*/ 296738 w 12191208"/>
              <a:gd name="connsiteY3" fmla="*/ 0 h 1780390"/>
              <a:gd name="connsiteX4" fmla="*/ 11894470 w 12191208"/>
              <a:gd name="connsiteY4" fmla="*/ 0 h 1780390"/>
              <a:gd name="connsiteX5" fmla="*/ 12191208 w 12191208"/>
              <a:gd name="connsiteY5" fmla="*/ 296738 h 1780390"/>
              <a:gd name="connsiteX6" fmla="*/ 12191208 w 12191208"/>
              <a:gd name="connsiteY6" fmla="*/ 1483652 h 1780390"/>
              <a:gd name="connsiteX0" fmla="*/ 0 w 12191208"/>
              <a:gd name="connsiteY0" fmla="*/ 1483652 h 1483652"/>
              <a:gd name="connsiteX1" fmla="*/ 0 w 12191208"/>
              <a:gd name="connsiteY1" fmla="*/ 296738 h 1483652"/>
              <a:gd name="connsiteX2" fmla="*/ 296738 w 12191208"/>
              <a:gd name="connsiteY2" fmla="*/ 0 h 1483652"/>
              <a:gd name="connsiteX3" fmla="*/ 11894470 w 12191208"/>
              <a:gd name="connsiteY3" fmla="*/ 0 h 1483652"/>
              <a:gd name="connsiteX4" fmla="*/ 12191208 w 12191208"/>
              <a:gd name="connsiteY4" fmla="*/ 296738 h 1483652"/>
              <a:gd name="connsiteX5" fmla="*/ 12191208 w 12191208"/>
              <a:gd name="connsiteY5" fmla="*/ 1483652 h 1483652"/>
              <a:gd name="connsiteX0" fmla="*/ 0 w 12191208"/>
              <a:gd name="connsiteY0" fmla="*/ 1483652 h 1483652"/>
              <a:gd name="connsiteX1" fmla="*/ 0 w 12191208"/>
              <a:gd name="connsiteY1" fmla="*/ 296738 h 1483652"/>
              <a:gd name="connsiteX2" fmla="*/ 296738 w 12191208"/>
              <a:gd name="connsiteY2" fmla="*/ 0 h 1483652"/>
              <a:gd name="connsiteX3" fmla="*/ 11894470 w 12191208"/>
              <a:gd name="connsiteY3" fmla="*/ 0 h 1483652"/>
              <a:gd name="connsiteX4" fmla="*/ 12191208 w 12191208"/>
              <a:gd name="connsiteY4" fmla="*/ 296738 h 1483652"/>
              <a:gd name="connsiteX5" fmla="*/ 12191208 w 12191208"/>
              <a:gd name="connsiteY5" fmla="*/ 1483652 h 148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208" h="1483652">
                <a:moveTo>
                  <a:pt x="0" y="1483652"/>
                </a:moveTo>
                <a:lnTo>
                  <a:pt x="0" y="296738"/>
                </a:lnTo>
                <a:cubicBezTo>
                  <a:pt x="0" y="132854"/>
                  <a:pt x="132854" y="0"/>
                  <a:pt x="296738" y="0"/>
                </a:cubicBezTo>
                <a:lnTo>
                  <a:pt x="11894470" y="0"/>
                </a:lnTo>
                <a:cubicBezTo>
                  <a:pt x="12058354" y="0"/>
                  <a:pt x="12191208" y="132854"/>
                  <a:pt x="12191208" y="296738"/>
                </a:cubicBezTo>
                <a:lnTo>
                  <a:pt x="12191208" y="1483652"/>
                </a:lnTo>
              </a:path>
            </a:pathLst>
          </a:custGeom>
          <a:noFill/>
          <a:ln>
            <a:solidFill>
              <a:srgbClr val="F421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701"/>
          </a:p>
        </p:txBody>
      </p:sp>
      <p:sp>
        <p:nvSpPr>
          <p:cNvPr id="4" name="Marcador de fecha 3">
            <a:extLst>
              <a:ext uri="{FF2B5EF4-FFF2-40B4-BE49-F238E27FC236}">
                <a16:creationId xmlns:a16="http://schemas.microsoft.com/office/drawing/2014/main" id="{F9A2589B-554D-FC37-3410-065B8D7FE121}"/>
              </a:ext>
            </a:extLst>
          </p:cNvPr>
          <p:cNvSpPr>
            <a:spLocks noGrp="1"/>
          </p:cNvSpPr>
          <p:nvPr>
            <p:ph type="dt" sz="half" idx="11"/>
          </p:nvPr>
        </p:nvSpPr>
        <p:spPr/>
        <p:txBody>
          <a:bodyPr/>
          <a:lstStyle>
            <a:lvl1pPr>
              <a:defRPr>
                <a:solidFill>
                  <a:srgbClr val="EEE9E0"/>
                </a:solidFill>
              </a:defRPr>
            </a:lvl1pPr>
          </a:lstStyle>
          <a:p>
            <a:r>
              <a:rPr lang="es-ES" dirty="0"/>
              <a:t>Nombre Unidad</a:t>
            </a:r>
          </a:p>
        </p:txBody>
      </p:sp>
      <p:pic>
        <p:nvPicPr>
          <p:cNvPr id="5" name="Imagen 4">
            <a:extLst>
              <a:ext uri="{FF2B5EF4-FFF2-40B4-BE49-F238E27FC236}">
                <a16:creationId xmlns:a16="http://schemas.microsoft.com/office/drawing/2014/main" id="{DDA8BFF3-73AB-9E6F-9AC1-73D2BAE947E4}"/>
              </a:ext>
            </a:extLst>
          </p:cNvPr>
          <p:cNvPicPr>
            <a:picLocks/>
          </p:cNvPicPr>
          <p:nvPr userDrawn="1"/>
        </p:nvPicPr>
        <p:blipFill>
          <a:blip r:embed="rId2"/>
          <a:stretch>
            <a:fillRect/>
          </a:stretch>
        </p:blipFill>
        <p:spPr>
          <a:xfrm>
            <a:off x="838200" y="5952527"/>
            <a:ext cx="4777200" cy="691200"/>
          </a:xfrm>
          <a:prstGeom prst="rect">
            <a:avLst/>
          </a:prstGeom>
        </p:spPr>
      </p:pic>
      <p:sp>
        <p:nvSpPr>
          <p:cNvPr id="6" name="Marcador de pie de página 5">
            <a:extLst>
              <a:ext uri="{FF2B5EF4-FFF2-40B4-BE49-F238E27FC236}">
                <a16:creationId xmlns:a16="http://schemas.microsoft.com/office/drawing/2014/main" id="{32D8AFB1-406A-1993-4AD1-B076E5F1A861}"/>
              </a:ext>
            </a:extLst>
          </p:cNvPr>
          <p:cNvSpPr>
            <a:spLocks noGrp="1"/>
          </p:cNvSpPr>
          <p:nvPr>
            <p:ph type="ftr" sz="quarter" idx="12"/>
          </p:nvPr>
        </p:nvSpPr>
        <p:spPr/>
        <p:txBody>
          <a:bodyPr anchor="t"/>
          <a:lstStyle>
            <a:lvl1pPr>
              <a:defRPr/>
            </a:lvl1pPr>
          </a:lstStyle>
          <a:p>
            <a:pPr algn="r"/>
            <a:r>
              <a:rPr lang="es-ES" dirty="0"/>
              <a:t>Nombre y apellidos ponente/s</a:t>
            </a:r>
          </a:p>
        </p:txBody>
      </p:sp>
      <p:sp>
        <p:nvSpPr>
          <p:cNvPr id="7" name="Título 1">
            <a:extLst>
              <a:ext uri="{FF2B5EF4-FFF2-40B4-BE49-F238E27FC236}">
                <a16:creationId xmlns:a16="http://schemas.microsoft.com/office/drawing/2014/main" id="{3B00AEB7-8005-5FDB-B8D1-DA0A1E8334D7}"/>
              </a:ext>
            </a:extLst>
          </p:cNvPr>
          <p:cNvSpPr>
            <a:spLocks noGrp="1"/>
          </p:cNvSpPr>
          <p:nvPr>
            <p:ph type="title" hasCustomPrompt="1"/>
          </p:nvPr>
        </p:nvSpPr>
        <p:spPr>
          <a:xfrm>
            <a:off x="838200" y="365125"/>
            <a:ext cx="5186263" cy="5206999"/>
          </a:xfrm>
        </p:spPr>
        <p:txBody>
          <a:bodyPr anchor="t"/>
          <a:lstStyle>
            <a:lvl1pPr algn="l">
              <a:defRPr sz="6000">
                <a:solidFill>
                  <a:srgbClr val="DED5CB"/>
                </a:solidFill>
              </a:defRPr>
            </a:lvl1pPr>
          </a:lstStyle>
          <a:p>
            <a:r>
              <a:rPr lang="es-ES" dirty="0"/>
              <a:t>Haga clic para modificar el de título de la presentación</a:t>
            </a:r>
          </a:p>
        </p:txBody>
      </p:sp>
    </p:spTree>
    <p:extLst>
      <p:ext uri="{BB962C8B-B14F-4D97-AF65-F5344CB8AC3E}">
        <p14:creationId xmlns:p14="http://schemas.microsoft.com/office/powerpoint/2010/main" val="409391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alto Capítulo">
    <p:bg>
      <p:bgPr>
        <a:solidFill>
          <a:srgbClr val="002129"/>
        </a:solidFill>
        <a:effectLst/>
      </p:bgPr>
    </p:bg>
    <p:spTree>
      <p:nvGrpSpPr>
        <p:cNvPr id="1" name=""/>
        <p:cNvGrpSpPr/>
        <p:nvPr/>
      </p:nvGrpSpPr>
      <p:grpSpPr>
        <a:xfrm>
          <a:off x="0" y="0"/>
          <a:ext cx="0" cy="0"/>
          <a:chOff x="0" y="0"/>
          <a:chExt cx="0" cy="0"/>
        </a:xfrm>
      </p:grpSpPr>
      <p:sp>
        <p:nvSpPr>
          <p:cNvPr id="6" name="Rectángulo redondeado 16">
            <a:extLst>
              <a:ext uri="{FF2B5EF4-FFF2-40B4-BE49-F238E27FC236}">
                <a16:creationId xmlns:a16="http://schemas.microsoft.com/office/drawing/2014/main" id="{A4EFE4AF-9D8C-AD9A-E16C-39301D85FE95}"/>
              </a:ext>
            </a:extLst>
          </p:cNvPr>
          <p:cNvSpPr/>
          <p:nvPr userDrawn="1"/>
        </p:nvSpPr>
        <p:spPr>
          <a:xfrm>
            <a:off x="793" y="5738254"/>
            <a:ext cx="12191208" cy="1119746"/>
          </a:xfrm>
          <a:custGeom>
            <a:avLst/>
            <a:gdLst>
              <a:gd name="connsiteX0" fmla="*/ 0 w 12191208"/>
              <a:gd name="connsiteY0" fmla="*/ 296738 h 1780390"/>
              <a:gd name="connsiteX1" fmla="*/ 296738 w 12191208"/>
              <a:gd name="connsiteY1" fmla="*/ 0 h 1780390"/>
              <a:gd name="connsiteX2" fmla="*/ 11894470 w 12191208"/>
              <a:gd name="connsiteY2" fmla="*/ 0 h 1780390"/>
              <a:gd name="connsiteX3" fmla="*/ 12191208 w 12191208"/>
              <a:gd name="connsiteY3" fmla="*/ 296738 h 1780390"/>
              <a:gd name="connsiteX4" fmla="*/ 12191208 w 12191208"/>
              <a:gd name="connsiteY4" fmla="*/ 1483652 h 1780390"/>
              <a:gd name="connsiteX5" fmla="*/ 11894470 w 12191208"/>
              <a:gd name="connsiteY5" fmla="*/ 1780390 h 1780390"/>
              <a:gd name="connsiteX6" fmla="*/ 296738 w 12191208"/>
              <a:gd name="connsiteY6" fmla="*/ 1780390 h 1780390"/>
              <a:gd name="connsiteX7" fmla="*/ 0 w 12191208"/>
              <a:gd name="connsiteY7" fmla="*/ 1483652 h 1780390"/>
              <a:gd name="connsiteX8" fmla="*/ 0 w 12191208"/>
              <a:gd name="connsiteY8" fmla="*/ 296738 h 1780390"/>
              <a:gd name="connsiteX0" fmla="*/ 11894470 w 12191208"/>
              <a:gd name="connsiteY0" fmla="*/ 1780390 h 1871830"/>
              <a:gd name="connsiteX1" fmla="*/ 296738 w 12191208"/>
              <a:gd name="connsiteY1" fmla="*/ 1780390 h 1871830"/>
              <a:gd name="connsiteX2" fmla="*/ 0 w 12191208"/>
              <a:gd name="connsiteY2" fmla="*/ 1483652 h 1871830"/>
              <a:gd name="connsiteX3" fmla="*/ 0 w 12191208"/>
              <a:gd name="connsiteY3" fmla="*/ 296738 h 1871830"/>
              <a:gd name="connsiteX4" fmla="*/ 296738 w 12191208"/>
              <a:gd name="connsiteY4" fmla="*/ 0 h 1871830"/>
              <a:gd name="connsiteX5" fmla="*/ 11894470 w 12191208"/>
              <a:gd name="connsiteY5" fmla="*/ 0 h 1871830"/>
              <a:gd name="connsiteX6" fmla="*/ 12191208 w 12191208"/>
              <a:gd name="connsiteY6" fmla="*/ 296738 h 1871830"/>
              <a:gd name="connsiteX7" fmla="*/ 12191208 w 12191208"/>
              <a:gd name="connsiteY7" fmla="*/ 1483652 h 1871830"/>
              <a:gd name="connsiteX8" fmla="*/ 11985910 w 12191208"/>
              <a:gd name="connsiteY8" fmla="*/ 1871830 h 1871830"/>
              <a:gd name="connsiteX0" fmla="*/ 11894470 w 12191208"/>
              <a:gd name="connsiteY0" fmla="*/ 1780390 h 1780390"/>
              <a:gd name="connsiteX1" fmla="*/ 296738 w 12191208"/>
              <a:gd name="connsiteY1" fmla="*/ 1780390 h 1780390"/>
              <a:gd name="connsiteX2" fmla="*/ 0 w 12191208"/>
              <a:gd name="connsiteY2" fmla="*/ 1483652 h 1780390"/>
              <a:gd name="connsiteX3" fmla="*/ 0 w 12191208"/>
              <a:gd name="connsiteY3" fmla="*/ 296738 h 1780390"/>
              <a:gd name="connsiteX4" fmla="*/ 296738 w 12191208"/>
              <a:gd name="connsiteY4" fmla="*/ 0 h 1780390"/>
              <a:gd name="connsiteX5" fmla="*/ 11894470 w 12191208"/>
              <a:gd name="connsiteY5" fmla="*/ 0 h 1780390"/>
              <a:gd name="connsiteX6" fmla="*/ 12191208 w 12191208"/>
              <a:gd name="connsiteY6" fmla="*/ 296738 h 1780390"/>
              <a:gd name="connsiteX7" fmla="*/ 12191208 w 12191208"/>
              <a:gd name="connsiteY7" fmla="*/ 1483652 h 1780390"/>
              <a:gd name="connsiteX0" fmla="*/ 11894470 w 12191208"/>
              <a:gd name="connsiteY0" fmla="*/ 1780390 h 1780390"/>
              <a:gd name="connsiteX1" fmla="*/ 0 w 12191208"/>
              <a:gd name="connsiteY1" fmla="*/ 1483652 h 1780390"/>
              <a:gd name="connsiteX2" fmla="*/ 0 w 12191208"/>
              <a:gd name="connsiteY2" fmla="*/ 296738 h 1780390"/>
              <a:gd name="connsiteX3" fmla="*/ 296738 w 12191208"/>
              <a:gd name="connsiteY3" fmla="*/ 0 h 1780390"/>
              <a:gd name="connsiteX4" fmla="*/ 11894470 w 12191208"/>
              <a:gd name="connsiteY4" fmla="*/ 0 h 1780390"/>
              <a:gd name="connsiteX5" fmla="*/ 12191208 w 12191208"/>
              <a:gd name="connsiteY5" fmla="*/ 296738 h 1780390"/>
              <a:gd name="connsiteX6" fmla="*/ 12191208 w 12191208"/>
              <a:gd name="connsiteY6" fmla="*/ 1483652 h 1780390"/>
              <a:gd name="connsiteX0" fmla="*/ 0 w 12191208"/>
              <a:gd name="connsiteY0" fmla="*/ 1483652 h 1483652"/>
              <a:gd name="connsiteX1" fmla="*/ 0 w 12191208"/>
              <a:gd name="connsiteY1" fmla="*/ 296738 h 1483652"/>
              <a:gd name="connsiteX2" fmla="*/ 296738 w 12191208"/>
              <a:gd name="connsiteY2" fmla="*/ 0 h 1483652"/>
              <a:gd name="connsiteX3" fmla="*/ 11894470 w 12191208"/>
              <a:gd name="connsiteY3" fmla="*/ 0 h 1483652"/>
              <a:gd name="connsiteX4" fmla="*/ 12191208 w 12191208"/>
              <a:gd name="connsiteY4" fmla="*/ 296738 h 1483652"/>
              <a:gd name="connsiteX5" fmla="*/ 12191208 w 12191208"/>
              <a:gd name="connsiteY5" fmla="*/ 1483652 h 1483652"/>
              <a:gd name="connsiteX0" fmla="*/ 0 w 12191208"/>
              <a:gd name="connsiteY0" fmla="*/ 1483652 h 1483652"/>
              <a:gd name="connsiteX1" fmla="*/ 0 w 12191208"/>
              <a:gd name="connsiteY1" fmla="*/ 296738 h 1483652"/>
              <a:gd name="connsiteX2" fmla="*/ 296738 w 12191208"/>
              <a:gd name="connsiteY2" fmla="*/ 0 h 1483652"/>
              <a:gd name="connsiteX3" fmla="*/ 11894470 w 12191208"/>
              <a:gd name="connsiteY3" fmla="*/ 0 h 1483652"/>
              <a:gd name="connsiteX4" fmla="*/ 12191208 w 12191208"/>
              <a:gd name="connsiteY4" fmla="*/ 296738 h 1483652"/>
              <a:gd name="connsiteX5" fmla="*/ 12191208 w 12191208"/>
              <a:gd name="connsiteY5" fmla="*/ 1483652 h 148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208" h="1483652">
                <a:moveTo>
                  <a:pt x="0" y="1483652"/>
                </a:moveTo>
                <a:lnTo>
                  <a:pt x="0" y="296738"/>
                </a:lnTo>
                <a:cubicBezTo>
                  <a:pt x="0" y="132854"/>
                  <a:pt x="132854" y="0"/>
                  <a:pt x="296738" y="0"/>
                </a:cubicBezTo>
                <a:lnTo>
                  <a:pt x="11894470" y="0"/>
                </a:lnTo>
                <a:cubicBezTo>
                  <a:pt x="12058354" y="0"/>
                  <a:pt x="12191208" y="132854"/>
                  <a:pt x="12191208" y="296738"/>
                </a:cubicBezTo>
                <a:lnTo>
                  <a:pt x="12191208" y="1483652"/>
                </a:lnTo>
              </a:path>
            </a:pathLst>
          </a:custGeom>
          <a:noFill/>
          <a:ln>
            <a:solidFill>
              <a:srgbClr val="F421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701"/>
          </a:p>
        </p:txBody>
      </p:sp>
      <p:sp>
        <p:nvSpPr>
          <p:cNvPr id="2" name="Título 1">
            <a:extLst>
              <a:ext uri="{FF2B5EF4-FFF2-40B4-BE49-F238E27FC236}">
                <a16:creationId xmlns:a16="http://schemas.microsoft.com/office/drawing/2014/main" id="{45A7FA0D-C946-40D6-8C2E-A1DF5DD37315}"/>
              </a:ext>
            </a:extLst>
          </p:cNvPr>
          <p:cNvSpPr>
            <a:spLocks noGrp="1"/>
          </p:cNvSpPr>
          <p:nvPr>
            <p:ph type="title"/>
          </p:nvPr>
        </p:nvSpPr>
        <p:spPr>
          <a:xfrm>
            <a:off x="838200" y="365125"/>
            <a:ext cx="5186263" cy="5206999"/>
          </a:xfrm>
        </p:spPr>
        <p:txBody>
          <a:bodyPr anchor="t"/>
          <a:lstStyle>
            <a:lvl1pPr algn="l">
              <a:defRPr sz="6000">
                <a:solidFill>
                  <a:srgbClr val="DED5CB"/>
                </a:solidFill>
              </a:defRPr>
            </a:lvl1pPr>
          </a:lstStyle>
          <a:p>
            <a:r>
              <a:rPr lang="es-ES"/>
              <a:t>Haga clic para modificar el estilo de título del patrón</a:t>
            </a:r>
            <a:endParaRPr lang="es-ES" dirty="0"/>
          </a:p>
        </p:txBody>
      </p:sp>
      <p:sp>
        <p:nvSpPr>
          <p:cNvPr id="3" name="Marcador de pie de página 2">
            <a:extLst>
              <a:ext uri="{FF2B5EF4-FFF2-40B4-BE49-F238E27FC236}">
                <a16:creationId xmlns:a16="http://schemas.microsoft.com/office/drawing/2014/main" id="{25BE7D12-5774-84AD-7A4E-EF43DE832D17}"/>
              </a:ext>
            </a:extLst>
          </p:cNvPr>
          <p:cNvSpPr>
            <a:spLocks noGrp="1"/>
          </p:cNvSpPr>
          <p:nvPr>
            <p:ph type="ftr" sz="quarter" idx="10"/>
          </p:nvPr>
        </p:nvSpPr>
        <p:spPr>
          <a:xfrm>
            <a:off x="6167535" y="365126"/>
            <a:ext cx="5186263" cy="5206998"/>
          </a:xfrm>
        </p:spPr>
        <p:txBody>
          <a:bodyPr anchor="t"/>
          <a:lstStyle>
            <a:lvl1pPr>
              <a:defRPr/>
            </a:lvl1pPr>
          </a:lstStyle>
          <a:p>
            <a:pPr algn="r"/>
            <a:r>
              <a:rPr lang="es-ES" sz="6000" dirty="0">
                <a:solidFill>
                  <a:srgbClr val="DED5CB"/>
                </a:solidFill>
                <a:ea typeface="+mj-ea"/>
                <a:cs typeface="+mj-cs"/>
              </a:rPr>
              <a:t>Núm. Capítulo</a:t>
            </a:r>
          </a:p>
        </p:txBody>
      </p:sp>
      <p:sp>
        <p:nvSpPr>
          <p:cNvPr id="4" name="Marcador de fecha 3">
            <a:extLst>
              <a:ext uri="{FF2B5EF4-FFF2-40B4-BE49-F238E27FC236}">
                <a16:creationId xmlns:a16="http://schemas.microsoft.com/office/drawing/2014/main" id="{F9A2589B-554D-FC37-3410-065B8D7FE121}"/>
              </a:ext>
            </a:extLst>
          </p:cNvPr>
          <p:cNvSpPr>
            <a:spLocks noGrp="1"/>
          </p:cNvSpPr>
          <p:nvPr>
            <p:ph type="dt" sz="half" idx="11"/>
          </p:nvPr>
        </p:nvSpPr>
        <p:spPr/>
        <p:txBody>
          <a:bodyPr/>
          <a:lstStyle>
            <a:lvl1pPr>
              <a:defRPr>
                <a:solidFill>
                  <a:srgbClr val="EEE9E0"/>
                </a:solidFill>
              </a:defRPr>
            </a:lvl1pPr>
          </a:lstStyle>
          <a:p>
            <a:r>
              <a:rPr lang="es-ES" dirty="0"/>
              <a:t>Nombre Unidad</a:t>
            </a:r>
          </a:p>
        </p:txBody>
      </p:sp>
      <p:pic>
        <p:nvPicPr>
          <p:cNvPr id="5" name="Imagen 4">
            <a:extLst>
              <a:ext uri="{FF2B5EF4-FFF2-40B4-BE49-F238E27FC236}">
                <a16:creationId xmlns:a16="http://schemas.microsoft.com/office/drawing/2014/main" id="{DDA8BFF3-73AB-9E6F-9AC1-73D2BAE947E4}"/>
              </a:ext>
            </a:extLst>
          </p:cNvPr>
          <p:cNvPicPr>
            <a:picLocks/>
          </p:cNvPicPr>
          <p:nvPr userDrawn="1"/>
        </p:nvPicPr>
        <p:blipFill>
          <a:blip r:embed="rId2"/>
          <a:stretch>
            <a:fillRect/>
          </a:stretch>
        </p:blipFill>
        <p:spPr>
          <a:xfrm>
            <a:off x="838200" y="5959617"/>
            <a:ext cx="4777200" cy="691200"/>
          </a:xfrm>
          <a:prstGeom prst="rect">
            <a:avLst/>
          </a:prstGeom>
        </p:spPr>
      </p:pic>
    </p:spTree>
    <p:extLst>
      <p:ext uri="{BB962C8B-B14F-4D97-AF65-F5344CB8AC3E}">
        <p14:creationId xmlns:p14="http://schemas.microsoft.com/office/powerpoint/2010/main" val="15028469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Fin">
    <p:bg>
      <p:bgPr>
        <a:solidFill>
          <a:srgbClr val="002129"/>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6489A3C-9EAE-4E1A-5D5A-1A2A39511072}"/>
              </a:ext>
            </a:extLst>
          </p:cNvPr>
          <p:cNvPicPr>
            <a:picLocks noChangeAspect="1"/>
          </p:cNvPicPr>
          <p:nvPr userDrawn="1"/>
        </p:nvPicPr>
        <p:blipFill>
          <a:blip r:embed="rId2"/>
          <a:stretch>
            <a:fillRect/>
          </a:stretch>
        </p:blipFill>
        <p:spPr>
          <a:xfrm>
            <a:off x="3806825" y="1139825"/>
            <a:ext cx="4578350" cy="4578350"/>
          </a:xfrm>
          <a:prstGeom prst="rect">
            <a:avLst/>
          </a:prstGeom>
        </p:spPr>
      </p:pic>
    </p:spTree>
    <p:extLst>
      <p:ext uri="{BB962C8B-B14F-4D97-AF65-F5344CB8AC3E}">
        <p14:creationId xmlns:p14="http://schemas.microsoft.com/office/powerpoint/2010/main" val="2255713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D0043E-AFFC-C0ED-FC94-E5126C7B0759}"/>
              </a:ext>
            </a:extLst>
          </p:cNvPr>
          <p:cNvSpPr>
            <a:spLocks noGrp="1"/>
          </p:cNvSpPr>
          <p:nvPr>
            <p:ph type="title"/>
          </p:nvPr>
        </p:nvSpPr>
        <p:spPr/>
        <p:txBody>
          <a:bodyPr/>
          <a:lstStyle/>
          <a:p>
            <a:r>
              <a:rPr lang="es-ES"/>
              <a:t>Haga clic para modificar el estilo de título del patrón</a:t>
            </a:r>
          </a:p>
        </p:txBody>
      </p:sp>
      <p:sp>
        <p:nvSpPr>
          <p:cNvPr id="3" name="Marcador de pie de página 2">
            <a:extLst>
              <a:ext uri="{FF2B5EF4-FFF2-40B4-BE49-F238E27FC236}">
                <a16:creationId xmlns:a16="http://schemas.microsoft.com/office/drawing/2014/main" id="{49703CB9-8B6F-BEC0-9618-03CA95B04662}"/>
              </a:ext>
            </a:extLst>
          </p:cNvPr>
          <p:cNvSpPr>
            <a:spLocks noGrp="1"/>
          </p:cNvSpPr>
          <p:nvPr>
            <p:ph type="ftr" sz="quarter" idx="10"/>
          </p:nvPr>
        </p:nvSpPr>
        <p:spPr/>
        <p:txBody>
          <a:bodyPr/>
          <a:lstStyle/>
          <a:p>
            <a:pPr algn="l"/>
            <a:r>
              <a:rPr lang="es-ES"/>
              <a:t>Haga clic para modificar el título de la presentación</a:t>
            </a:r>
            <a:endParaRPr lang="es-ES" dirty="0"/>
          </a:p>
        </p:txBody>
      </p:sp>
      <p:sp>
        <p:nvSpPr>
          <p:cNvPr id="4" name="Marcador de fecha 3">
            <a:extLst>
              <a:ext uri="{FF2B5EF4-FFF2-40B4-BE49-F238E27FC236}">
                <a16:creationId xmlns:a16="http://schemas.microsoft.com/office/drawing/2014/main" id="{ADEA6B0E-33F2-55BE-4C6A-D5A35F36FE3F}"/>
              </a:ext>
            </a:extLst>
          </p:cNvPr>
          <p:cNvSpPr>
            <a:spLocks noGrp="1"/>
          </p:cNvSpPr>
          <p:nvPr>
            <p:ph type="dt" sz="half" idx="11"/>
          </p:nvPr>
        </p:nvSpPr>
        <p:spPr/>
        <p:txBody>
          <a:bodyPr/>
          <a:lstStyle/>
          <a:p>
            <a:r>
              <a:rPr lang="es-ES"/>
              <a:t>Nombre Unidad</a:t>
            </a:r>
            <a:endParaRPr lang="es-ES" dirty="0"/>
          </a:p>
        </p:txBody>
      </p:sp>
    </p:spTree>
    <p:extLst>
      <p:ext uri="{BB962C8B-B14F-4D97-AF65-F5344CB8AC3E}">
        <p14:creationId xmlns:p14="http://schemas.microsoft.com/office/powerpoint/2010/main" val="3792396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9E2"/>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6434D3-F78E-A0B4-56B6-DF951000D025}"/>
              </a:ext>
            </a:extLst>
          </p:cNvPr>
          <p:cNvSpPr>
            <a:spLocks noGrp="1"/>
          </p:cNvSpPr>
          <p:nvPr>
            <p:ph type="title"/>
          </p:nvPr>
        </p:nvSpPr>
        <p:spPr>
          <a:xfrm>
            <a:off x="838200" y="365126"/>
            <a:ext cx="5186263" cy="315912"/>
          </a:xfrm>
          <a:prstGeom prst="rect">
            <a:avLst/>
          </a:prstGeom>
        </p:spPr>
        <p:txBody>
          <a:bodyPr vert="horz" lIns="91440" tIns="45720" rIns="91440" bIns="45720" rtlCol="0" anchor="ctr">
            <a:noAutofit/>
          </a:bodyPr>
          <a:lstStyle/>
          <a:p>
            <a:r>
              <a:rPr lang="es-ES" dirty="0"/>
              <a:t>Haga clic para modificar el estilo de título del patrón</a:t>
            </a:r>
          </a:p>
        </p:txBody>
      </p:sp>
      <p:sp>
        <p:nvSpPr>
          <p:cNvPr id="3" name="Marcador de texto 2">
            <a:extLst>
              <a:ext uri="{FF2B5EF4-FFF2-40B4-BE49-F238E27FC236}">
                <a16:creationId xmlns:a16="http://schemas.microsoft.com/office/drawing/2014/main" id="{9655E512-936D-C48D-3C76-7E3139089484}"/>
              </a:ext>
            </a:extLst>
          </p:cNvPr>
          <p:cNvSpPr>
            <a:spLocks noGrp="1"/>
          </p:cNvSpPr>
          <p:nvPr>
            <p:ph type="body" idx="1"/>
          </p:nvPr>
        </p:nvSpPr>
        <p:spPr>
          <a:xfrm>
            <a:off x="838200" y="886408"/>
            <a:ext cx="10515600" cy="4733342"/>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9" name="Marcador de pie de página 8">
            <a:extLst>
              <a:ext uri="{FF2B5EF4-FFF2-40B4-BE49-F238E27FC236}">
                <a16:creationId xmlns:a16="http://schemas.microsoft.com/office/drawing/2014/main" id="{F41017BF-444F-5CBB-50E9-A7B775D17FF2}"/>
              </a:ext>
            </a:extLst>
          </p:cNvPr>
          <p:cNvSpPr>
            <a:spLocks noGrp="1"/>
          </p:cNvSpPr>
          <p:nvPr>
            <p:ph type="ftr" sz="quarter" idx="3"/>
          </p:nvPr>
        </p:nvSpPr>
        <p:spPr>
          <a:xfrm>
            <a:off x="6167535" y="365126"/>
            <a:ext cx="5186263" cy="315911"/>
          </a:xfrm>
          <a:prstGeom prst="rect">
            <a:avLst/>
          </a:prstGeom>
        </p:spPr>
        <p:txBody>
          <a:bodyPr vert="horz" lIns="91440" tIns="45720" rIns="91440" bIns="45720" rtlCol="0" anchor="ctr"/>
          <a:lstStyle>
            <a:lvl1pPr algn="ctr">
              <a:defRPr sz="1600">
                <a:solidFill>
                  <a:srgbClr val="F42100"/>
                </a:solidFill>
                <a:latin typeface="IBM Plex Sans" panose="020B0503050203000203" pitchFamily="34" charset="0"/>
              </a:defRPr>
            </a:lvl1pPr>
          </a:lstStyle>
          <a:p>
            <a:pPr algn="l"/>
            <a:r>
              <a:rPr lang="es-ES" dirty="0"/>
              <a:t>Haga clic para modificar el título de la presentación</a:t>
            </a:r>
          </a:p>
        </p:txBody>
      </p:sp>
      <p:sp>
        <p:nvSpPr>
          <p:cNvPr id="10" name="Rectángulo redondeado 16">
            <a:extLst>
              <a:ext uri="{FF2B5EF4-FFF2-40B4-BE49-F238E27FC236}">
                <a16:creationId xmlns:a16="http://schemas.microsoft.com/office/drawing/2014/main" id="{AEDF752A-2C38-F099-B9CE-D8502CD9AD7F}"/>
              </a:ext>
            </a:extLst>
          </p:cNvPr>
          <p:cNvSpPr/>
          <p:nvPr userDrawn="1"/>
        </p:nvSpPr>
        <p:spPr>
          <a:xfrm>
            <a:off x="793" y="5738254"/>
            <a:ext cx="12191208" cy="1119746"/>
          </a:xfrm>
          <a:custGeom>
            <a:avLst/>
            <a:gdLst>
              <a:gd name="connsiteX0" fmla="*/ 0 w 12191208"/>
              <a:gd name="connsiteY0" fmla="*/ 296738 h 1780390"/>
              <a:gd name="connsiteX1" fmla="*/ 296738 w 12191208"/>
              <a:gd name="connsiteY1" fmla="*/ 0 h 1780390"/>
              <a:gd name="connsiteX2" fmla="*/ 11894470 w 12191208"/>
              <a:gd name="connsiteY2" fmla="*/ 0 h 1780390"/>
              <a:gd name="connsiteX3" fmla="*/ 12191208 w 12191208"/>
              <a:gd name="connsiteY3" fmla="*/ 296738 h 1780390"/>
              <a:gd name="connsiteX4" fmla="*/ 12191208 w 12191208"/>
              <a:gd name="connsiteY4" fmla="*/ 1483652 h 1780390"/>
              <a:gd name="connsiteX5" fmla="*/ 11894470 w 12191208"/>
              <a:gd name="connsiteY5" fmla="*/ 1780390 h 1780390"/>
              <a:gd name="connsiteX6" fmla="*/ 296738 w 12191208"/>
              <a:gd name="connsiteY6" fmla="*/ 1780390 h 1780390"/>
              <a:gd name="connsiteX7" fmla="*/ 0 w 12191208"/>
              <a:gd name="connsiteY7" fmla="*/ 1483652 h 1780390"/>
              <a:gd name="connsiteX8" fmla="*/ 0 w 12191208"/>
              <a:gd name="connsiteY8" fmla="*/ 296738 h 1780390"/>
              <a:gd name="connsiteX0" fmla="*/ 11894470 w 12191208"/>
              <a:gd name="connsiteY0" fmla="*/ 1780390 h 1871830"/>
              <a:gd name="connsiteX1" fmla="*/ 296738 w 12191208"/>
              <a:gd name="connsiteY1" fmla="*/ 1780390 h 1871830"/>
              <a:gd name="connsiteX2" fmla="*/ 0 w 12191208"/>
              <a:gd name="connsiteY2" fmla="*/ 1483652 h 1871830"/>
              <a:gd name="connsiteX3" fmla="*/ 0 w 12191208"/>
              <a:gd name="connsiteY3" fmla="*/ 296738 h 1871830"/>
              <a:gd name="connsiteX4" fmla="*/ 296738 w 12191208"/>
              <a:gd name="connsiteY4" fmla="*/ 0 h 1871830"/>
              <a:gd name="connsiteX5" fmla="*/ 11894470 w 12191208"/>
              <a:gd name="connsiteY5" fmla="*/ 0 h 1871830"/>
              <a:gd name="connsiteX6" fmla="*/ 12191208 w 12191208"/>
              <a:gd name="connsiteY6" fmla="*/ 296738 h 1871830"/>
              <a:gd name="connsiteX7" fmla="*/ 12191208 w 12191208"/>
              <a:gd name="connsiteY7" fmla="*/ 1483652 h 1871830"/>
              <a:gd name="connsiteX8" fmla="*/ 11985910 w 12191208"/>
              <a:gd name="connsiteY8" fmla="*/ 1871830 h 1871830"/>
              <a:gd name="connsiteX0" fmla="*/ 11894470 w 12191208"/>
              <a:gd name="connsiteY0" fmla="*/ 1780390 h 1780390"/>
              <a:gd name="connsiteX1" fmla="*/ 296738 w 12191208"/>
              <a:gd name="connsiteY1" fmla="*/ 1780390 h 1780390"/>
              <a:gd name="connsiteX2" fmla="*/ 0 w 12191208"/>
              <a:gd name="connsiteY2" fmla="*/ 1483652 h 1780390"/>
              <a:gd name="connsiteX3" fmla="*/ 0 w 12191208"/>
              <a:gd name="connsiteY3" fmla="*/ 296738 h 1780390"/>
              <a:gd name="connsiteX4" fmla="*/ 296738 w 12191208"/>
              <a:gd name="connsiteY4" fmla="*/ 0 h 1780390"/>
              <a:gd name="connsiteX5" fmla="*/ 11894470 w 12191208"/>
              <a:gd name="connsiteY5" fmla="*/ 0 h 1780390"/>
              <a:gd name="connsiteX6" fmla="*/ 12191208 w 12191208"/>
              <a:gd name="connsiteY6" fmla="*/ 296738 h 1780390"/>
              <a:gd name="connsiteX7" fmla="*/ 12191208 w 12191208"/>
              <a:gd name="connsiteY7" fmla="*/ 1483652 h 1780390"/>
              <a:gd name="connsiteX0" fmla="*/ 11894470 w 12191208"/>
              <a:gd name="connsiteY0" fmla="*/ 1780390 h 1780390"/>
              <a:gd name="connsiteX1" fmla="*/ 0 w 12191208"/>
              <a:gd name="connsiteY1" fmla="*/ 1483652 h 1780390"/>
              <a:gd name="connsiteX2" fmla="*/ 0 w 12191208"/>
              <a:gd name="connsiteY2" fmla="*/ 296738 h 1780390"/>
              <a:gd name="connsiteX3" fmla="*/ 296738 w 12191208"/>
              <a:gd name="connsiteY3" fmla="*/ 0 h 1780390"/>
              <a:gd name="connsiteX4" fmla="*/ 11894470 w 12191208"/>
              <a:gd name="connsiteY4" fmla="*/ 0 h 1780390"/>
              <a:gd name="connsiteX5" fmla="*/ 12191208 w 12191208"/>
              <a:gd name="connsiteY5" fmla="*/ 296738 h 1780390"/>
              <a:gd name="connsiteX6" fmla="*/ 12191208 w 12191208"/>
              <a:gd name="connsiteY6" fmla="*/ 1483652 h 1780390"/>
              <a:gd name="connsiteX0" fmla="*/ 0 w 12191208"/>
              <a:gd name="connsiteY0" fmla="*/ 1483652 h 1483652"/>
              <a:gd name="connsiteX1" fmla="*/ 0 w 12191208"/>
              <a:gd name="connsiteY1" fmla="*/ 296738 h 1483652"/>
              <a:gd name="connsiteX2" fmla="*/ 296738 w 12191208"/>
              <a:gd name="connsiteY2" fmla="*/ 0 h 1483652"/>
              <a:gd name="connsiteX3" fmla="*/ 11894470 w 12191208"/>
              <a:gd name="connsiteY3" fmla="*/ 0 h 1483652"/>
              <a:gd name="connsiteX4" fmla="*/ 12191208 w 12191208"/>
              <a:gd name="connsiteY4" fmla="*/ 296738 h 1483652"/>
              <a:gd name="connsiteX5" fmla="*/ 12191208 w 12191208"/>
              <a:gd name="connsiteY5" fmla="*/ 1483652 h 1483652"/>
              <a:gd name="connsiteX0" fmla="*/ 0 w 12191208"/>
              <a:gd name="connsiteY0" fmla="*/ 1483652 h 1483652"/>
              <a:gd name="connsiteX1" fmla="*/ 0 w 12191208"/>
              <a:gd name="connsiteY1" fmla="*/ 296738 h 1483652"/>
              <a:gd name="connsiteX2" fmla="*/ 296738 w 12191208"/>
              <a:gd name="connsiteY2" fmla="*/ 0 h 1483652"/>
              <a:gd name="connsiteX3" fmla="*/ 11894470 w 12191208"/>
              <a:gd name="connsiteY3" fmla="*/ 0 h 1483652"/>
              <a:gd name="connsiteX4" fmla="*/ 12191208 w 12191208"/>
              <a:gd name="connsiteY4" fmla="*/ 296738 h 1483652"/>
              <a:gd name="connsiteX5" fmla="*/ 12191208 w 12191208"/>
              <a:gd name="connsiteY5" fmla="*/ 1483652 h 148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208" h="1483652">
                <a:moveTo>
                  <a:pt x="0" y="1483652"/>
                </a:moveTo>
                <a:lnTo>
                  <a:pt x="0" y="296738"/>
                </a:lnTo>
                <a:cubicBezTo>
                  <a:pt x="0" y="132854"/>
                  <a:pt x="132854" y="0"/>
                  <a:pt x="296738" y="0"/>
                </a:cubicBezTo>
                <a:lnTo>
                  <a:pt x="11894470" y="0"/>
                </a:lnTo>
                <a:cubicBezTo>
                  <a:pt x="12058354" y="0"/>
                  <a:pt x="12191208" y="132854"/>
                  <a:pt x="12191208" y="296738"/>
                </a:cubicBezTo>
                <a:lnTo>
                  <a:pt x="12191208" y="1483652"/>
                </a:lnTo>
              </a:path>
            </a:pathLst>
          </a:custGeom>
          <a:noFill/>
          <a:ln>
            <a:solidFill>
              <a:srgbClr val="F421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701"/>
          </a:p>
        </p:txBody>
      </p:sp>
      <p:pic>
        <p:nvPicPr>
          <p:cNvPr id="11" name="Imagen 10">
            <a:extLst>
              <a:ext uri="{FF2B5EF4-FFF2-40B4-BE49-F238E27FC236}">
                <a16:creationId xmlns:a16="http://schemas.microsoft.com/office/drawing/2014/main" id="{A6E544AF-DACA-D201-9AD0-2F040507A5D8}"/>
              </a:ext>
            </a:extLst>
          </p:cNvPr>
          <p:cNvPicPr>
            <a:picLocks/>
          </p:cNvPicPr>
          <p:nvPr userDrawn="1"/>
        </p:nvPicPr>
        <p:blipFill>
          <a:blip r:embed="rId17"/>
          <a:stretch>
            <a:fillRect/>
          </a:stretch>
        </p:blipFill>
        <p:spPr>
          <a:xfrm>
            <a:off x="838200" y="5958667"/>
            <a:ext cx="4778296" cy="691200"/>
          </a:xfrm>
          <a:prstGeom prst="rect">
            <a:avLst/>
          </a:prstGeom>
        </p:spPr>
      </p:pic>
      <p:sp>
        <p:nvSpPr>
          <p:cNvPr id="13" name="Marcador de fecha 12">
            <a:extLst>
              <a:ext uri="{FF2B5EF4-FFF2-40B4-BE49-F238E27FC236}">
                <a16:creationId xmlns:a16="http://schemas.microsoft.com/office/drawing/2014/main" id="{838B2287-86A7-4C0B-D681-5CE7A689555D}"/>
              </a:ext>
            </a:extLst>
          </p:cNvPr>
          <p:cNvSpPr>
            <a:spLocks noGrp="1"/>
          </p:cNvSpPr>
          <p:nvPr>
            <p:ph type="dt" sz="half" idx="2"/>
          </p:nvPr>
        </p:nvSpPr>
        <p:spPr>
          <a:xfrm>
            <a:off x="8443245" y="5958667"/>
            <a:ext cx="2910553" cy="692150"/>
          </a:xfrm>
          <a:prstGeom prst="rect">
            <a:avLst/>
          </a:prstGeom>
        </p:spPr>
        <p:txBody>
          <a:bodyPr vert="horz" lIns="91440" tIns="45720" rIns="91440" bIns="45720" rtlCol="0" anchor="ctr"/>
          <a:lstStyle>
            <a:lvl1pPr algn="l">
              <a:defRPr sz="1600">
                <a:solidFill>
                  <a:srgbClr val="002129"/>
                </a:solidFill>
                <a:latin typeface="IBM Plex Sans" panose="020B0503050203000203" pitchFamily="34" charset="0"/>
              </a:defRPr>
            </a:lvl1pPr>
          </a:lstStyle>
          <a:p>
            <a:r>
              <a:rPr lang="es-ES" dirty="0"/>
              <a:t>Nombre Unidad</a:t>
            </a:r>
          </a:p>
        </p:txBody>
      </p:sp>
    </p:spTree>
    <p:extLst>
      <p:ext uri="{BB962C8B-B14F-4D97-AF65-F5344CB8AC3E}">
        <p14:creationId xmlns:p14="http://schemas.microsoft.com/office/powerpoint/2010/main" val="972476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Lst>
  <p:hf sldNum="0" hdr="0"/>
  <p:txStyles>
    <p:titleStyle>
      <a:lvl1pPr algn="l" defTabSz="914400" rtl="0" eaLnBrk="1" latinLnBrk="0" hangingPunct="1">
        <a:lnSpc>
          <a:spcPct val="90000"/>
        </a:lnSpc>
        <a:spcBef>
          <a:spcPct val="0"/>
        </a:spcBef>
        <a:buNone/>
        <a:defRPr sz="1600" kern="1200">
          <a:solidFill>
            <a:srgbClr val="F42100"/>
          </a:solidFill>
          <a:latin typeface="IBM Plex Sans" panose="020B050305020300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D28FFD3-3209-26B9-183E-0B1227CCEC5F}"/>
              </a:ext>
            </a:extLst>
          </p:cNvPr>
          <p:cNvSpPr>
            <a:spLocks noGrp="1"/>
          </p:cNvSpPr>
          <p:nvPr>
            <p:ph type="dt" sz="half" idx="11"/>
          </p:nvPr>
        </p:nvSpPr>
        <p:spPr/>
        <p:txBody>
          <a:bodyPr/>
          <a:lstStyle/>
          <a:p>
            <a:pPr algn="r"/>
            <a:r>
              <a:rPr lang="es-ES" dirty="0"/>
              <a:t>ATICA</a:t>
            </a:r>
          </a:p>
        </p:txBody>
      </p:sp>
      <p:sp>
        <p:nvSpPr>
          <p:cNvPr id="3" name="Marcador de pie de página 2">
            <a:extLst>
              <a:ext uri="{FF2B5EF4-FFF2-40B4-BE49-F238E27FC236}">
                <a16:creationId xmlns:a16="http://schemas.microsoft.com/office/drawing/2014/main" id="{535B78AF-22EC-5EB5-0025-E17CA0DD522E}"/>
              </a:ext>
            </a:extLst>
          </p:cNvPr>
          <p:cNvSpPr>
            <a:spLocks noGrp="1"/>
          </p:cNvSpPr>
          <p:nvPr>
            <p:ph type="ftr" sz="quarter" idx="12"/>
          </p:nvPr>
        </p:nvSpPr>
        <p:spPr/>
        <p:txBody>
          <a:bodyPr/>
          <a:lstStyle/>
          <a:p>
            <a:pPr algn="r"/>
            <a:endParaRPr lang="es-ES" dirty="0"/>
          </a:p>
        </p:txBody>
      </p:sp>
      <p:sp>
        <p:nvSpPr>
          <p:cNvPr id="4" name="Título 3">
            <a:extLst>
              <a:ext uri="{FF2B5EF4-FFF2-40B4-BE49-F238E27FC236}">
                <a16:creationId xmlns:a16="http://schemas.microsoft.com/office/drawing/2014/main" id="{D940AADC-8F31-644F-7E0C-3DA7F42FAE10}"/>
              </a:ext>
            </a:extLst>
          </p:cNvPr>
          <p:cNvSpPr>
            <a:spLocks noGrp="1"/>
          </p:cNvSpPr>
          <p:nvPr>
            <p:ph type="title"/>
          </p:nvPr>
        </p:nvSpPr>
        <p:spPr/>
        <p:txBody>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Tree>
    <p:extLst>
      <p:ext uri="{BB962C8B-B14F-4D97-AF65-F5344CB8AC3E}">
        <p14:creationId xmlns:p14="http://schemas.microsoft.com/office/powerpoint/2010/main" val="2202042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Imagen de la pantalla de un celular con letras&#10;&#10;El contenido generado por IA puede ser incorrecto.">
            <a:extLst>
              <a:ext uri="{FF2B5EF4-FFF2-40B4-BE49-F238E27FC236}">
                <a16:creationId xmlns:a16="http://schemas.microsoft.com/office/drawing/2014/main" id="{4440A267-51DC-1272-84D1-45BD4253C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500285"/>
            <a:ext cx="5531466" cy="3572215"/>
          </a:xfrm>
          <a:prstGeom prst="rect">
            <a:avLst/>
          </a:prstGeom>
        </p:spPr>
      </p:pic>
      <p:sp>
        <p:nvSpPr>
          <p:cNvPr id="2" name="Título 1">
            <a:extLst>
              <a:ext uri="{FF2B5EF4-FFF2-40B4-BE49-F238E27FC236}">
                <a16:creationId xmlns:a16="http://schemas.microsoft.com/office/drawing/2014/main" id="{185AA7AC-C517-4689-7069-7370713CEF13}"/>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216F9580-C222-D649-356F-8BA60C4533FA}"/>
              </a:ext>
            </a:extLst>
          </p:cNvPr>
          <p:cNvSpPr>
            <a:spLocks noGrp="1"/>
          </p:cNvSpPr>
          <p:nvPr>
            <p:ph sz="half" idx="1"/>
          </p:nvPr>
        </p:nvSpPr>
        <p:spPr>
          <a:xfrm>
            <a:off x="838200" y="873125"/>
            <a:ext cx="5181600" cy="4632325"/>
          </a:xfrm>
        </p:spPr>
        <p:txBody>
          <a:bodyPr>
            <a:normAutofit/>
          </a:bodyPr>
          <a:lstStyle/>
          <a:p>
            <a:pPr marL="0" indent="0">
              <a:lnSpc>
                <a:spcPct val="100000"/>
              </a:lnSpc>
              <a:buNone/>
            </a:pPr>
            <a:r>
              <a:rPr lang="es-ES" b="1" dirty="0"/>
              <a:t>¿Qué es </a:t>
            </a:r>
            <a:r>
              <a:rPr lang="es-ES" b="1" dirty="0" err="1"/>
              <a:t>Domain</a:t>
            </a:r>
            <a:r>
              <a:rPr lang="es-ES" b="1" dirty="0"/>
              <a:t> </a:t>
            </a:r>
            <a:r>
              <a:rPr lang="es-ES" b="1" dirty="0" err="1"/>
              <a:t>Driven</a:t>
            </a:r>
            <a:r>
              <a:rPr lang="es-ES" b="1" dirty="0"/>
              <a:t> </a:t>
            </a:r>
            <a:r>
              <a:rPr lang="es-ES" b="1" dirty="0" err="1"/>
              <a:t>Design</a:t>
            </a:r>
            <a:r>
              <a:rPr lang="es-ES" b="1" dirty="0"/>
              <a:t> (DDD)?</a:t>
            </a:r>
          </a:p>
          <a:p>
            <a:pPr>
              <a:lnSpc>
                <a:spcPct val="100000"/>
              </a:lnSpc>
            </a:pPr>
            <a:endParaRPr lang="es-ES" b="1" dirty="0"/>
          </a:p>
          <a:p>
            <a:pPr marL="0" indent="0">
              <a:lnSpc>
                <a:spcPct val="100000"/>
              </a:lnSpc>
              <a:buNone/>
            </a:pPr>
            <a:r>
              <a:rPr lang="es-ES" sz="2400" dirty="0"/>
              <a:t>Es una forma de diseñar software poniendo el dominio del negocio en el centro de la aplicación.</a:t>
            </a:r>
          </a:p>
          <a:p>
            <a:pPr marL="342900" indent="-342900">
              <a:buFont typeface="Arial" panose="020B0604020202020204" pitchFamily="34" charset="0"/>
              <a:buChar char="•"/>
            </a:pPr>
            <a:endParaRPr lang="es-ES" dirty="0"/>
          </a:p>
          <a:p>
            <a:pPr marL="0" indent="0">
              <a:buNone/>
            </a:pPr>
            <a:endParaRPr lang="es-ES" dirty="0"/>
          </a:p>
        </p:txBody>
      </p:sp>
      <p:sp>
        <p:nvSpPr>
          <p:cNvPr id="5" name="Marcador de pie de página 4">
            <a:extLst>
              <a:ext uri="{FF2B5EF4-FFF2-40B4-BE49-F238E27FC236}">
                <a16:creationId xmlns:a16="http://schemas.microsoft.com/office/drawing/2014/main" id="{2DCCD64A-0927-1EE9-CD60-A363852DF816}"/>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7FEC4E3D-7FD7-FF4A-E73A-D1695FE86A85}"/>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3416354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C02C3-E479-AC90-2905-76B89F8B02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CD9875-09CF-8C7A-AC31-EBA89142479A}"/>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05240636-34E4-870E-3E5F-6E72AF5810E8}"/>
              </a:ext>
            </a:extLst>
          </p:cNvPr>
          <p:cNvSpPr>
            <a:spLocks noGrp="1"/>
          </p:cNvSpPr>
          <p:nvPr>
            <p:ph sz="half" idx="1"/>
          </p:nvPr>
        </p:nvSpPr>
        <p:spPr>
          <a:xfrm>
            <a:off x="838200" y="873125"/>
            <a:ext cx="10515598" cy="4632325"/>
          </a:xfrm>
        </p:spPr>
        <p:txBody>
          <a:bodyPr>
            <a:normAutofit/>
          </a:bodyPr>
          <a:lstStyle/>
          <a:p>
            <a:pPr marL="0" indent="0">
              <a:buNone/>
            </a:pPr>
            <a:r>
              <a:rPr lang="es-ES" b="1" dirty="0"/>
              <a:t>¿Qué necesitamos para aplicar DDD?</a:t>
            </a:r>
          </a:p>
          <a:p>
            <a:endParaRPr lang="es-ES" b="1" dirty="0"/>
          </a:p>
          <a:p>
            <a:pPr marL="342900" indent="-342900">
              <a:buFont typeface="Arial" panose="020B0604020202020204" pitchFamily="34" charset="0"/>
              <a:buChar char="•"/>
            </a:pPr>
            <a:r>
              <a:rPr lang="es-ES" dirty="0"/>
              <a:t>Utilizar un </a:t>
            </a:r>
            <a:r>
              <a:rPr lang="es-ES" b="1" dirty="0"/>
              <a:t>lenguaje ubicuo</a:t>
            </a:r>
            <a:r>
              <a:rPr lang="es-ES" dirty="0"/>
              <a:t>.</a:t>
            </a:r>
          </a:p>
          <a:p>
            <a:pPr marL="457200" lvl="1" indent="0">
              <a:buNone/>
            </a:pPr>
            <a:endParaRPr lang="es-ES" dirty="0"/>
          </a:p>
          <a:p>
            <a:pPr marL="342900" indent="-342900">
              <a:buFont typeface="Arial" panose="020B0604020202020204" pitchFamily="34" charset="0"/>
              <a:buChar char="•"/>
            </a:pPr>
            <a:r>
              <a:rPr lang="es-ES" dirty="0"/>
              <a:t>Establecer un </a:t>
            </a:r>
            <a:r>
              <a:rPr lang="es-ES" b="1" dirty="0"/>
              <a:t>contexto</a:t>
            </a:r>
            <a:r>
              <a:rPr lang="es-ES" dirty="0"/>
              <a:t> en el que se aplicará.</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Un </a:t>
            </a:r>
            <a:r>
              <a:rPr lang="es-ES" b="1" dirty="0"/>
              <a:t>experto del dominio</a:t>
            </a:r>
            <a:r>
              <a:rPr lang="es-ES" dirty="0"/>
              <a:t>.</a:t>
            </a:r>
          </a:p>
          <a:p>
            <a:pPr marL="342900" indent="-342900">
              <a:buFont typeface="Arial" panose="020B0604020202020204" pitchFamily="34" charset="0"/>
              <a:buChar char="•"/>
            </a:pPr>
            <a:endParaRPr lang="es-ES" dirty="0"/>
          </a:p>
          <a:p>
            <a:pPr marL="0" indent="0">
              <a:buNone/>
            </a:pPr>
            <a:endParaRPr lang="es-ES" dirty="0"/>
          </a:p>
        </p:txBody>
      </p:sp>
      <p:sp>
        <p:nvSpPr>
          <p:cNvPr id="5" name="Marcador de pie de página 4">
            <a:extLst>
              <a:ext uri="{FF2B5EF4-FFF2-40B4-BE49-F238E27FC236}">
                <a16:creationId xmlns:a16="http://schemas.microsoft.com/office/drawing/2014/main" id="{E771079E-D0A2-E1F8-03B4-426BC21CD065}"/>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1A3B8D3E-5282-1891-F683-AAF51AF89945}"/>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2851017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4A74C-F9EE-591E-EA8C-E2F51FD51F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BE9476-8F9C-D672-4E56-F49A3C724B98}"/>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0553C02F-75AC-8F1C-F843-C8B5C5BACA89}"/>
              </a:ext>
            </a:extLst>
          </p:cNvPr>
          <p:cNvSpPr>
            <a:spLocks noGrp="1"/>
          </p:cNvSpPr>
          <p:nvPr>
            <p:ph sz="half" idx="1"/>
          </p:nvPr>
        </p:nvSpPr>
        <p:spPr>
          <a:xfrm>
            <a:off x="838200" y="873125"/>
            <a:ext cx="10515598" cy="4632325"/>
          </a:xfrm>
        </p:spPr>
        <p:txBody>
          <a:bodyPr>
            <a:normAutofit/>
          </a:bodyPr>
          <a:lstStyle/>
          <a:p>
            <a:pPr marL="0" indent="0">
              <a:buNone/>
            </a:pPr>
            <a:r>
              <a:rPr lang="es-ES" b="1" dirty="0"/>
              <a:t>Elementos de DDD</a:t>
            </a:r>
          </a:p>
          <a:p>
            <a:endParaRPr lang="es-ES" dirty="0"/>
          </a:p>
          <a:p>
            <a:pPr marL="0" indent="0">
              <a:buNone/>
            </a:pPr>
            <a:r>
              <a:rPr lang="es-ES" sz="2400" dirty="0"/>
              <a:t>Disponemos de varios tipos de elementos para modelar nuestro dominio:</a:t>
            </a:r>
          </a:p>
          <a:p>
            <a:pPr marL="0" indent="0">
              <a:buNone/>
            </a:pPr>
            <a:endParaRPr lang="es-ES" sz="2400" dirty="0"/>
          </a:p>
          <a:p>
            <a:pPr>
              <a:spcAft>
                <a:spcPts val="600"/>
              </a:spcAft>
            </a:pPr>
            <a:r>
              <a:rPr lang="es-ES" sz="2400" dirty="0" err="1"/>
              <a:t>Value</a:t>
            </a:r>
            <a:r>
              <a:rPr lang="es-ES" sz="2400" dirty="0"/>
              <a:t> </a:t>
            </a:r>
            <a:r>
              <a:rPr lang="es-ES" sz="2400" dirty="0" err="1"/>
              <a:t>Object</a:t>
            </a:r>
            <a:endParaRPr lang="es-ES" sz="2400" dirty="0"/>
          </a:p>
          <a:p>
            <a:pPr>
              <a:spcAft>
                <a:spcPts val="600"/>
              </a:spcAft>
            </a:pPr>
            <a:r>
              <a:rPr lang="es-ES" sz="2400" dirty="0"/>
              <a:t>Agregados</a:t>
            </a:r>
          </a:p>
          <a:p>
            <a:pPr>
              <a:spcAft>
                <a:spcPts val="600"/>
              </a:spcAft>
            </a:pPr>
            <a:r>
              <a:rPr lang="es-ES" sz="2400" dirty="0"/>
              <a:t>Agregado raíz</a:t>
            </a:r>
          </a:p>
          <a:p>
            <a:pPr marL="342900" indent="-342900">
              <a:buFont typeface="Arial" panose="020B0604020202020204" pitchFamily="34" charset="0"/>
              <a:buChar char="•"/>
            </a:pPr>
            <a:endParaRPr lang="es-ES" dirty="0"/>
          </a:p>
          <a:p>
            <a:pPr marL="0" indent="0">
              <a:buNone/>
            </a:pPr>
            <a:endParaRPr lang="es-ES" dirty="0"/>
          </a:p>
        </p:txBody>
      </p:sp>
      <p:sp>
        <p:nvSpPr>
          <p:cNvPr id="5" name="Marcador de pie de página 4">
            <a:extLst>
              <a:ext uri="{FF2B5EF4-FFF2-40B4-BE49-F238E27FC236}">
                <a16:creationId xmlns:a16="http://schemas.microsoft.com/office/drawing/2014/main" id="{FF656EC4-EBC5-1158-AE43-9EC87D30BB97}"/>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DB70EF85-0874-D52F-7698-78C29CFCCC12}"/>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1351144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87B6F-0BBD-BF0E-0748-A0F36E6F64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ED944E-D2CA-5CF5-7468-2A68CF788E5A}"/>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D26BB822-DEB2-827D-F26C-38DDDA90BAD5}"/>
              </a:ext>
            </a:extLst>
          </p:cNvPr>
          <p:cNvSpPr>
            <a:spLocks noGrp="1"/>
          </p:cNvSpPr>
          <p:nvPr>
            <p:ph sz="half" idx="1"/>
          </p:nvPr>
        </p:nvSpPr>
        <p:spPr>
          <a:xfrm>
            <a:off x="838200" y="873125"/>
            <a:ext cx="10515598" cy="4632325"/>
          </a:xfrm>
        </p:spPr>
        <p:txBody>
          <a:bodyPr>
            <a:normAutofit fontScale="92500" lnSpcReduction="10000"/>
          </a:bodyPr>
          <a:lstStyle/>
          <a:p>
            <a:pPr marL="0" indent="0">
              <a:buNone/>
            </a:pPr>
            <a:r>
              <a:rPr lang="es-ES" sz="3000" b="1" dirty="0"/>
              <a:t>Elementos de DDD: </a:t>
            </a:r>
            <a:r>
              <a:rPr lang="es-ES" sz="3000" b="1" dirty="0" err="1"/>
              <a:t>Value</a:t>
            </a:r>
            <a:r>
              <a:rPr lang="es-ES" sz="3000" b="1" dirty="0"/>
              <a:t> </a:t>
            </a:r>
            <a:r>
              <a:rPr lang="es-ES" sz="3000" b="1" dirty="0" err="1"/>
              <a:t>Objects</a:t>
            </a:r>
            <a:endParaRPr lang="es-ES" sz="3000" dirty="0"/>
          </a:p>
          <a:p>
            <a:pPr marL="0" indent="0">
              <a:lnSpc>
                <a:spcPct val="110000"/>
              </a:lnSpc>
              <a:buNone/>
            </a:pPr>
            <a:r>
              <a:rPr lang="es-ES" sz="2400" dirty="0"/>
              <a:t>Es una pequeña unidad que representa una característica o valor de un concepto de nuestro dominio.</a:t>
            </a:r>
          </a:p>
          <a:p>
            <a:pPr>
              <a:lnSpc>
                <a:spcPct val="110000"/>
              </a:lnSpc>
              <a:spcAft>
                <a:spcPts val="600"/>
              </a:spcAft>
            </a:pPr>
            <a:r>
              <a:rPr lang="es-ES" sz="2400" b="1" dirty="0"/>
              <a:t>Inmutable</a:t>
            </a:r>
            <a:r>
              <a:rPr lang="es-ES" sz="2400" dirty="0"/>
              <a:t> </a:t>
            </a:r>
            <a:br>
              <a:rPr lang="es-ES" sz="2400" dirty="0"/>
            </a:br>
            <a:r>
              <a:rPr lang="es-ES" sz="2200" dirty="0"/>
              <a:t>Si necesitamos modificarlo, crearemos uno nuevo.</a:t>
            </a:r>
          </a:p>
          <a:p>
            <a:pPr>
              <a:lnSpc>
                <a:spcPct val="110000"/>
              </a:lnSpc>
              <a:spcAft>
                <a:spcPts val="600"/>
              </a:spcAft>
            </a:pPr>
            <a:r>
              <a:rPr lang="es-ES" sz="2400" b="1" dirty="0"/>
              <a:t>Siempre será válido</a:t>
            </a:r>
            <a:r>
              <a:rPr lang="es-ES" sz="2400" dirty="0"/>
              <a:t> </a:t>
            </a:r>
            <a:br>
              <a:rPr lang="es-ES" sz="2400" dirty="0"/>
            </a:br>
            <a:r>
              <a:rPr lang="es-ES" sz="2200" dirty="0"/>
              <a:t>En el momento de su creación se verificará que cumple las reglas de negocio.</a:t>
            </a:r>
            <a:endParaRPr lang="es-ES" sz="2400" dirty="0"/>
          </a:p>
          <a:p>
            <a:pPr>
              <a:lnSpc>
                <a:spcPct val="110000"/>
              </a:lnSpc>
              <a:spcAft>
                <a:spcPts val="600"/>
              </a:spcAft>
            </a:pPr>
            <a:r>
              <a:rPr lang="es-ES" sz="2400" b="1" dirty="0"/>
              <a:t>No tiene identidad</a:t>
            </a:r>
            <a:r>
              <a:rPr lang="es-ES" sz="2400" dirty="0"/>
              <a:t> </a:t>
            </a:r>
            <a:br>
              <a:rPr lang="es-ES" sz="2400" dirty="0"/>
            </a:br>
            <a:r>
              <a:rPr lang="es-ES" sz="2200" dirty="0"/>
              <a:t>No tiene identificador único.</a:t>
            </a:r>
          </a:p>
          <a:p>
            <a:pPr>
              <a:lnSpc>
                <a:spcPct val="110000"/>
              </a:lnSpc>
              <a:spcAft>
                <a:spcPts val="600"/>
              </a:spcAft>
            </a:pPr>
            <a:r>
              <a:rPr lang="es-ES" sz="2400" b="1" dirty="0"/>
              <a:t>Encapsulado</a:t>
            </a:r>
            <a:r>
              <a:rPr lang="es-ES" sz="2400" dirty="0"/>
              <a:t> </a:t>
            </a:r>
            <a:br>
              <a:rPr lang="es-ES" sz="2400" dirty="0"/>
            </a:br>
            <a:r>
              <a:rPr lang="es-ES" sz="2200" dirty="0"/>
              <a:t>Agrupa datos y comportamiento, reforzando el principio de responsabilidad única.</a:t>
            </a:r>
          </a:p>
          <a:p>
            <a:endParaRPr lang="es-ES" sz="2400" dirty="0"/>
          </a:p>
          <a:p>
            <a:pPr marL="0" indent="0">
              <a:buNone/>
            </a:pPr>
            <a:endParaRPr lang="es-ES" dirty="0"/>
          </a:p>
        </p:txBody>
      </p:sp>
      <p:sp>
        <p:nvSpPr>
          <p:cNvPr id="5" name="Marcador de pie de página 4">
            <a:extLst>
              <a:ext uri="{FF2B5EF4-FFF2-40B4-BE49-F238E27FC236}">
                <a16:creationId xmlns:a16="http://schemas.microsoft.com/office/drawing/2014/main" id="{8A686B13-CF7E-CE72-4724-2585741B1B07}"/>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7D3CE68C-86DA-BD40-93D8-6F015426DFC4}"/>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2495560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E535F-3974-7092-B60C-9DC0372FDA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E206DC-E008-6380-741A-B4F777287619}"/>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7587E597-A7AD-659D-C5DC-A03E4A142DCB}"/>
              </a:ext>
            </a:extLst>
          </p:cNvPr>
          <p:cNvSpPr>
            <a:spLocks noGrp="1"/>
          </p:cNvSpPr>
          <p:nvPr>
            <p:ph sz="half" idx="1"/>
          </p:nvPr>
        </p:nvSpPr>
        <p:spPr>
          <a:xfrm>
            <a:off x="838200" y="873125"/>
            <a:ext cx="10515598" cy="4632325"/>
          </a:xfrm>
        </p:spPr>
        <p:txBody>
          <a:bodyPr>
            <a:normAutofit/>
          </a:bodyPr>
          <a:lstStyle/>
          <a:p>
            <a:pPr marL="0" indent="0">
              <a:buNone/>
            </a:pPr>
            <a:r>
              <a:rPr lang="es-ES" b="1" dirty="0"/>
              <a:t>Elementos de DDD: </a:t>
            </a:r>
            <a:r>
              <a:rPr lang="es-ES" b="1" dirty="0" err="1"/>
              <a:t>Value</a:t>
            </a:r>
            <a:r>
              <a:rPr lang="es-ES" b="1" dirty="0"/>
              <a:t> </a:t>
            </a:r>
            <a:r>
              <a:rPr lang="es-ES" b="1" dirty="0" err="1"/>
              <a:t>Objects</a:t>
            </a:r>
            <a:endParaRPr lang="es-ES" dirty="0"/>
          </a:p>
          <a:p>
            <a:pPr marL="0" indent="0">
              <a:lnSpc>
                <a:spcPct val="100000"/>
              </a:lnSpc>
              <a:buNone/>
            </a:pPr>
            <a:endParaRPr lang="es-ES" sz="2400" dirty="0"/>
          </a:p>
          <a:p>
            <a:pPr marL="0" indent="0">
              <a:lnSpc>
                <a:spcPct val="100000"/>
              </a:lnSpc>
              <a:buNone/>
            </a:pPr>
            <a:r>
              <a:rPr lang="es-ES" sz="2400" dirty="0"/>
              <a:t>Algunos ejemplos:</a:t>
            </a:r>
            <a:br>
              <a:rPr lang="es-ES" sz="2400" dirty="0"/>
            </a:br>
            <a:endParaRPr lang="es-ES" sz="2400" dirty="0"/>
          </a:p>
          <a:p>
            <a:pPr>
              <a:lnSpc>
                <a:spcPct val="100000"/>
              </a:lnSpc>
              <a:spcAft>
                <a:spcPts val="600"/>
              </a:spcAft>
            </a:pPr>
            <a:r>
              <a:rPr lang="es-ES" sz="2400" dirty="0"/>
              <a:t>Correo electrónico </a:t>
            </a:r>
            <a:br>
              <a:rPr lang="es-ES" sz="2400" dirty="0"/>
            </a:br>
            <a:r>
              <a:rPr lang="es-ES" sz="2000" dirty="0"/>
              <a:t>Se valida en la creación y se compara por su valor.</a:t>
            </a:r>
            <a:endParaRPr lang="es-ES" sz="2400" dirty="0"/>
          </a:p>
          <a:p>
            <a:pPr>
              <a:lnSpc>
                <a:spcPct val="100000"/>
              </a:lnSpc>
              <a:spcAft>
                <a:spcPts val="600"/>
              </a:spcAft>
            </a:pPr>
            <a:r>
              <a:rPr lang="es-ES" sz="2400" dirty="0"/>
              <a:t>Identificador de usuario </a:t>
            </a:r>
            <a:br>
              <a:rPr lang="es-ES" sz="2400" dirty="0"/>
            </a:br>
            <a:r>
              <a:rPr lang="es-ES" sz="2000" dirty="0"/>
              <a:t>Encapsula el tipo y el número. No tiene identidad propia.</a:t>
            </a:r>
            <a:endParaRPr lang="es-ES" sz="2400" dirty="0"/>
          </a:p>
          <a:p>
            <a:pPr>
              <a:lnSpc>
                <a:spcPct val="100000"/>
              </a:lnSpc>
              <a:spcAft>
                <a:spcPts val="600"/>
              </a:spcAft>
            </a:pPr>
            <a:r>
              <a:rPr lang="es-ES" sz="2400" dirty="0"/>
              <a:t>Rango de fechas</a:t>
            </a:r>
            <a:br>
              <a:rPr lang="es-ES" sz="2400" dirty="0"/>
            </a:br>
            <a:r>
              <a:rPr lang="es-ES" sz="2000" dirty="0"/>
              <a:t>Define reglas como inicio &lt;= fin.</a:t>
            </a:r>
            <a:endParaRPr lang="es-ES" sz="2400" dirty="0"/>
          </a:p>
          <a:p>
            <a:pPr>
              <a:spcAft>
                <a:spcPts val="600"/>
              </a:spcAft>
            </a:pPr>
            <a:endParaRPr lang="es-ES" sz="2400" dirty="0"/>
          </a:p>
          <a:p>
            <a:endParaRPr lang="es-ES" sz="2400" dirty="0"/>
          </a:p>
          <a:p>
            <a:endParaRPr lang="es-ES" sz="2400" dirty="0"/>
          </a:p>
          <a:p>
            <a:pPr marL="0" indent="0">
              <a:buNone/>
            </a:pPr>
            <a:endParaRPr lang="es-ES" dirty="0"/>
          </a:p>
        </p:txBody>
      </p:sp>
      <p:sp>
        <p:nvSpPr>
          <p:cNvPr id="5" name="Marcador de pie de página 4">
            <a:extLst>
              <a:ext uri="{FF2B5EF4-FFF2-40B4-BE49-F238E27FC236}">
                <a16:creationId xmlns:a16="http://schemas.microsoft.com/office/drawing/2014/main" id="{B142CBB0-FD78-5574-F0B3-7FC622F23F43}"/>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AE13FD69-A242-7A89-8BAC-85B13C02A1C9}"/>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1366758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466C1-66DE-E26B-FAF0-3E8927B51F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268953-797D-1A98-ACD9-8530F6A68399}"/>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3327FD9B-6D9F-C02E-B764-82A3858AEAB3}"/>
              </a:ext>
            </a:extLst>
          </p:cNvPr>
          <p:cNvSpPr>
            <a:spLocks noGrp="1"/>
          </p:cNvSpPr>
          <p:nvPr>
            <p:ph sz="half" idx="1"/>
          </p:nvPr>
        </p:nvSpPr>
        <p:spPr>
          <a:xfrm>
            <a:off x="838200" y="873125"/>
            <a:ext cx="10515598" cy="4632325"/>
          </a:xfrm>
        </p:spPr>
        <p:txBody>
          <a:bodyPr>
            <a:normAutofit fontScale="92500" lnSpcReduction="10000"/>
          </a:bodyPr>
          <a:lstStyle/>
          <a:p>
            <a:pPr marL="0" indent="0">
              <a:lnSpc>
                <a:spcPct val="100000"/>
              </a:lnSpc>
              <a:buNone/>
            </a:pPr>
            <a:r>
              <a:rPr lang="es-ES" b="1" dirty="0"/>
              <a:t>Elementos de DDD: Agregados</a:t>
            </a:r>
          </a:p>
          <a:p>
            <a:pPr marL="0" indent="0">
              <a:lnSpc>
                <a:spcPct val="100000"/>
              </a:lnSpc>
              <a:buNone/>
            </a:pPr>
            <a:br>
              <a:rPr lang="es-ES" sz="2400" dirty="0"/>
            </a:br>
            <a:r>
              <a:rPr lang="es-ES" sz="2400" dirty="0"/>
              <a:t>Es un objeto del dominio que se identifica de forma única y puede cambiar su estado a lo largo del tiempo sin dejar de ser el mismo. </a:t>
            </a:r>
          </a:p>
          <a:p>
            <a:pPr marL="0" indent="0">
              <a:lnSpc>
                <a:spcPct val="100000"/>
              </a:lnSpc>
              <a:buNone/>
            </a:pPr>
            <a:endParaRPr lang="es-ES" sz="2400" dirty="0"/>
          </a:p>
          <a:p>
            <a:pPr>
              <a:lnSpc>
                <a:spcPct val="100000"/>
              </a:lnSpc>
            </a:pPr>
            <a:r>
              <a:rPr lang="es-ES" b="1" dirty="0"/>
              <a:t>Identidad única</a:t>
            </a:r>
            <a:br>
              <a:rPr lang="es-ES" dirty="0"/>
            </a:br>
            <a:r>
              <a:rPr lang="es-ES" sz="2400" dirty="0"/>
              <a:t>Tendrá un ID que lo distinguirá de los demás.</a:t>
            </a:r>
          </a:p>
          <a:p>
            <a:pPr>
              <a:lnSpc>
                <a:spcPct val="100000"/>
              </a:lnSpc>
            </a:pPr>
            <a:r>
              <a:rPr lang="es-ES" b="1" dirty="0"/>
              <a:t>Mutable</a:t>
            </a:r>
            <a:br>
              <a:rPr lang="es-ES" dirty="0"/>
            </a:br>
            <a:r>
              <a:rPr lang="es-ES" sz="2400" dirty="0"/>
              <a:t>Su estado puede cambiar a lo largo de su ciclo de vida.</a:t>
            </a:r>
          </a:p>
          <a:p>
            <a:pPr>
              <a:lnSpc>
                <a:spcPct val="100000"/>
              </a:lnSpc>
            </a:pPr>
            <a:r>
              <a:rPr lang="es-ES" b="1" dirty="0"/>
              <a:t>Coherencia y lógica de negocio</a:t>
            </a:r>
            <a:br>
              <a:rPr lang="es-ES" b="1" dirty="0"/>
            </a:br>
            <a:r>
              <a:rPr lang="es-ES" sz="2400" dirty="0"/>
              <a:t>Encapsula comportamiento y reglas de negocio. </a:t>
            </a:r>
          </a:p>
          <a:p>
            <a:pPr marL="0" indent="0">
              <a:buNone/>
            </a:pPr>
            <a:endParaRPr lang="es-ES" sz="2400" b="1" dirty="0"/>
          </a:p>
          <a:p>
            <a:pPr marL="0" indent="0">
              <a:buNone/>
            </a:pPr>
            <a:endParaRPr lang="es-ES" sz="2400" b="1" dirty="0"/>
          </a:p>
        </p:txBody>
      </p:sp>
      <p:sp>
        <p:nvSpPr>
          <p:cNvPr id="5" name="Marcador de pie de página 4">
            <a:extLst>
              <a:ext uri="{FF2B5EF4-FFF2-40B4-BE49-F238E27FC236}">
                <a16:creationId xmlns:a16="http://schemas.microsoft.com/office/drawing/2014/main" id="{5A8973CE-F753-A41B-8BB5-67495A58C76A}"/>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96BE8EDE-8A4B-9863-1508-F76906454B37}"/>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647100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00AD0-62E5-C857-60C0-2DE2FB00E6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B62298-4859-C606-D5BD-7B92FC887BFB}"/>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F9AE750D-68BB-5E8B-6BA7-218245DC0497}"/>
              </a:ext>
            </a:extLst>
          </p:cNvPr>
          <p:cNvSpPr>
            <a:spLocks noGrp="1"/>
          </p:cNvSpPr>
          <p:nvPr>
            <p:ph sz="half" idx="1"/>
          </p:nvPr>
        </p:nvSpPr>
        <p:spPr>
          <a:xfrm>
            <a:off x="838200" y="873125"/>
            <a:ext cx="10515598" cy="4632325"/>
          </a:xfrm>
        </p:spPr>
        <p:txBody>
          <a:bodyPr>
            <a:normAutofit/>
          </a:bodyPr>
          <a:lstStyle/>
          <a:p>
            <a:pPr marL="0" indent="0">
              <a:lnSpc>
                <a:spcPct val="100000"/>
              </a:lnSpc>
              <a:buNone/>
            </a:pPr>
            <a:r>
              <a:rPr lang="es-ES" b="1" dirty="0"/>
              <a:t>Elementos de DDD: Agregado raíz</a:t>
            </a:r>
          </a:p>
          <a:p>
            <a:pPr marL="0" indent="0">
              <a:lnSpc>
                <a:spcPct val="100000"/>
              </a:lnSpc>
              <a:buNone/>
            </a:pPr>
            <a:br>
              <a:rPr lang="es-ES" sz="2400" dirty="0"/>
            </a:br>
            <a:r>
              <a:rPr lang="es-ES" sz="2400" dirty="0"/>
              <a:t>El agregado raíz es la entidad principal del agregado y el único punto de acceso al mismo desde el exterior.</a:t>
            </a:r>
          </a:p>
          <a:p>
            <a:pPr marL="0" indent="0">
              <a:lnSpc>
                <a:spcPct val="100000"/>
              </a:lnSpc>
              <a:buNone/>
            </a:pPr>
            <a:endParaRPr lang="es-ES" sz="2400" dirty="0"/>
          </a:p>
          <a:p>
            <a:pPr>
              <a:lnSpc>
                <a:spcPct val="100000"/>
              </a:lnSpc>
            </a:pPr>
            <a:r>
              <a:rPr lang="es-ES" sz="2400" b="1" dirty="0"/>
              <a:t>Identidad</a:t>
            </a:r>
            <a:br>
              <a:rPr lang="es-ES" sz="2400" dirty="0"/>
            </a:br>
            <a:r>
              <a:rPr lang="es-ES" sz="2000" dirty="0"/>
              <a:t>Da identidad al agregado completo.</a:t>
            </a:r>
          </a:p>
          <a:p>
            <a:pPr>
              <a:lnSpc>
                <a:spcPct val="100000"/>
              </a:lnSpc>
            </a:pPr>
            <a:r>
              <a:rPr lang="es-ES" sz="2400" b="1" dirty="0"/>
              <a:t>Punto de entrada</a:t>
            </a:r>
            <a:br>
              <a:rPr lang="es-ES" sz="2400" dirty="0"/>
            </a:br>
            <a:r>
              <a:rPr lang="es-ES" sz="2000" dirty="0"/>
              <a:t>Expone los comportamientos permitidos.</a:t>
            </a:r>
          </a:p>
          <a:p>
            <a:pPr>
              <a:lnSpc>
                <a:spcPct val="100000"/>
              </a:lnSpc>
            </a:pPr>
            <a:r>
              <a:rPr lang="es-ES" sz="2400" b="1" dirty="0"/>
              <a:t>Garantía de invariantes</a:t>
            </a:r>
            <a:br>
              <a:rPr lang="es-ES" sz="2400" dirty="0"/>
            </a:br>
            <a:r>
              <a:rPr lang="es-ES" sz="2000" dirty="0"/>
              <a:t>Es responsable de que se cumplan las reglas del dominio.</a:t>
            </a:r>
          </a:p>
          <a:p>
            <a:pPr marL="0" indent="0">
              <a:buNone/>
            </a:pPr>
            <a:endParaRPr lang="es-ES" b="1" dirty="0"/>
          </a:p>
          <a:p>
            <a:pPr marL="342900" indent="-342900">
              <a:buFont typeface="Arial" panose="020B0604020202020204" pitchFamily="34" charset="0"/>
              <a:buChar char="•"/>
            </a:pPr>
            <a:endParaRPr lang="es-ES" dirty="0"/>
          </a:p>
          <a:p>
            <a:pPr marL="0" indent="0">
              <a:buNone/>
            </a:pPr>
            <a:endParaRPr lang="es-ES" dirty="0"/>
          </a:p>
        </p:txBody>
      </p:sp>
      <p:sp>
        <p:nvSpPr>
          <p:cNvPr id="5" name="Marcador de pie de página 4">
            <a:extLst>
              <a:ext uri="{FF2B5EF4-FFF2-40B4-BE49-F238E27FC236}">
                <a16:creationId xmlns:a16="http://schemas.microsoft.com/office/drawing/2014/main" id="{6E9D4DB2-F062-FBCD-3582-7E84B4DCF0A5}"/>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10991DB8-5872-4581-532F-94CA6861AE55}"/>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1505241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1D59-4B84-0426-680C-FCCDEAAA31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3BEA27-250A-4398-62A4-5F374FE41C6E}"/>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76EBF8D8-677B-C3DE-C7AE-3E52B1DD40EE}"/>
              </a:ext>
            </a:extLst>
          </p:cNvPr>
          <p:cNvSpPr>
            <a:spLocks noGrp="1"/>
          </p:cNvSpPr>
          <p:nvPr>
            <p:ph sz="half" idx="1"/>
          </p:nvPr>
        </p:nvSpPr>
        <p:spPr>
          <a:xfrm>
            <a:off x="838200" y="873125"/>
            <a:ext cx="10515598" cy="4632325"/>
          </a:xfrm>
        </p:spPr>
        <p:txBody>
          <a:bodyPr>
            <a:normAutofit/>
          </a:bodyPr>
          <a:lstStyle/>
          <a:p>
            <a:pPr marL="0" indent="0">
              <a:lnSpc>
                <a:spcPct val="100000"/>
              </a:lnSpc>
              <a:buNone/>
            </a:pPr>
            <a:r>
              <a:rPr lang="es-ES" b="1" dirty="0"/>
              <a:t>¿Y si un agregado necesita comunicarse con otro agregado?</a:t>
            </a:r>
          </a:p>
          <a:p>
            <a:pPr marL="0" indent="0">
              <a:lnSpc>
                <a:spcPct val="100000"/>
              </a:lnSpc>
              <a:buNone/>
            </a:pPr>
            <a:br>
              <a:rPr lang="es-ES" sz="2400" dirty="0"/>
            </a:br>
            <a:r>
              <a:rPr lang="es-ES" sz="2400" dirty="0"/>
              <a:t>Un agregado no debería depender directamente de otros agregados para aplicar sus reglas.</a:t>
            </a:r>
          </a:p>
          <a:p>
            <a:pPr marL="0" indent="0">
              <a:lnSpc>
                <a:spcPct val="100000"/>
              </a:lnSpc>
              <a:buNone/>
            </a:pPr>
            <a:endParaRPr lang="es-ES" sz="2400" dirty="0"/>
          </a:p>
          <a:p>
            <a:pPr>
              <a:lnSpc>
                <a:spcPct val="100000"/>
              </a:lnSpc>
            </a:pPr>
            <a:r>
              <a:rPr lang="es-ES" sz="2400" b="1" dirty="0"/>
              <a:t>Publica un evento</a:t>
            </a:r>
            <a:br>
              <a:rPr lang="es-ES" sz="2400" dirty="0"/>
            </a:br>
            <a:r>
              <a:rPr lang="es-ES" sz="2000" dirty="0"/>
              <a:t>El agregado publica un evento de dominio.</a:t>
            </a:r>
          </a:p>
          <a:p>
            <a:pPr>
              <a:lnSpc>
                <a:spcPct val="100000"/>
              </a:lnSpc>
            </a:pPr>
            <a:r>
              <a:rPr lang="es-ES" sz="2400" b="1" dirty="0"/>
              <a:t>Reacción</a:t>
            </a:r>
            <a:br>
              <a:rPr lang="es-ES" sz="2400" dirty="0"/>
            </a:br>
            <a:r>
              <a:rPr lang="es-ES" sz="2000" dirty="0"/>
              <a:t>Un componente o contexto reacciona al evento y ejecuta la lógica correspondiente.</a:t>
            </a:r>
          </a:p>
          <a:p>
            <a:pPr>
              <a:lnSpc>
                <a:spcPct val="100000"/>
              </a:lnSpc>
            </a:pPr>
            <a:r>
              <a:rPr lang="es-ES" sz="2400" b="1" dirty="0"/>
              <a:t>Independencia</a:t>
            </a:r>
            <a:br>
              <a:rPr lang="es-ES" sz="2400" dirty="0"/>
            </a:br>
            <a:r>
              <a:rPr lang="es-ES" sz="2000" dirty="0"/>
              <a:t>Cada contexto mantiene su independencia.</a:t>
            </a:r>
          </a:p>
          <a:p>
            <a:pPr marL="0" indent="0">
              <a:buNone/>
            </a:pPr>
            <a:endParaRPr lang="es-ES" b="1" dirty="0"/>
          </a:p>
          <a:p>
            <a:pPr marL="342900" indent="-342900">
              <a:buFont typeface="Arial" panose="020B0604020202020204" pitchFamily="34" charset="0"/>
              <a:buChar char="•"/>
            </a:pPr>
            <a:endParaRPr lang="es-ES" dirty="0"/>
          </a:p>
          <a:p>
            <a:pPr marL="0" indent="0">
              <a:buNone/>
            </a:pPr>
            <a:endParaRPr lang="es-ES" dirty="0"/>
          </a:p>
        </p:txBody>
      </p:sp>
      <p:sp>
        <p:nvSpPr>
          <p:cNvPr id="5" name="Marcador de pie de página 4">
            <a:extLst>
              <a:ext uri="{FF2B5EF4-FFF2-40B4-BE49-F238E27FC236}">
                <a16:creationId xmlns:a16="http://schemas.microsoft.com/office/drawing/2014/main" id="{9BF5E003-4C51-21F2-E3CA-88D81824950B}"/>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3A4F8F43-3F8E-03C2-378C-888EEB6F420E}"/>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2645873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B6FD2-33B0-CA71-0725-65DAB5D9DF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BC1ABA-BBC5-FF9A-63B6-895A1172A7BE}"/>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8128EEF3-8EA1-04E6-E64F-99F9B2BBF9FC}"/>
              </a:ext>
            </a:extLst>
          </p:cNvPr>
          <p:cNvSpPr>
            <a:spLocks noGrp="1"/>
          </p:cNvSpPr>
          <p:nvPr>
            <p:ph sz="half" idx="1"/>
          </p:nvPr>
        </p:nvSpPr>
        <p:spPr>
          <a:xfrm>
            <a:off x="838200" y="873125"/>
            <a:ext cx="10515598" cy="4632325"/>
          </a:xfrm>
        </p:spPr>
        <p:txBody>
          <a:bodyPr>
            <a:normAutofit/>
          </a:bodyPr>
          <a:lstStyle/>
          <a:p>
            <a:pPr marL="0" indent="0">
              <a:lnSpc>
                <a:spcPct val="100000"/>
              </a:lnSpc>
              <a:buNone/>
            </a:pPr>
            <a:r>
              <a:rPr lang="es-ES" b="1" dirty="0"/>
              <a:t>¿Y si un agregado depende de otro agregado?</a:t>
            </a:r>
          </a:p>
          <a:p>
            <a:pPr marL="0" indent="0">
              <a:lnSpc>
                <a:spcPct val="100000"/>
              </a:lnSpc>
              <a:buNone/>
            </a:pPr>
            <a:br>
              <a:rPr lang="es-ES" sz="2400" dirty="0"/>
            </a:br>
            <a:r>
              <a:rPr lang="es-ES" sz="2400" dirty="0"/>
              <a:t>Un agregado no contendrá agregados ni elementos de otros contextos.</a:t>
            </a:r>
          </a:p>
          <a:p>
            <a:pPr marL="0" indent="0">
              <a:lnSpc>
                <a:spcPct val="100000"/>
              </a:lnSpc>
              <a:buNone/>
            </a:pPr>
            <a:endParaRPr lang="es-ES" sz="2400" dirty="0"/>
          </a:p>
          <a:p>
            <a:r>
              <a:rPr lang="es-ES" sz="2400" b="1" dirty="0"/>
              <a:t>Guarda el identificador</a:t>
            </a:r>
            <a:br>
              <a:rPr lang="es-ES" sz="2400" b="1" dirty="0"/>
            </a:br>
            <a:r>
              <a:rPr lang="es-ES" sz="2000" dirty="0"/>
              <a:t>Almacena el identificador del elemento de otro contexto.</a:t>
            </a:r>
          </a:p>
          <a:p>
            <a:r>
              <a:rPr lang="es-ES" sz="2400" b="1" dirty="0"/>
              <a:t>Eventos</a:t>
            </a:r>
            <a:br>
              <a:rPr lang="es-ES" sz="2400" b="1" dirty="0"/>
            </a:br>
            <a:r>
              <a:rPr lang="es-ES" sz="2000" dirty="0"/>
              <a:t>La comunicación se realiza mediante eventos.</a:t>
            </a:r>
            <a:endParaRPr lang="es-ES" sz="2400" dirty="0"/>
          </a:p>
          <a:p>
            <a:endParaRPr lang="es-ES" b="1" dirty="0"/>
          </a:p>
          <a:p>
            <a:pPr marL="342900" indent="-342900">
              <a:buFont typeface="Arial" panose="020B0604020202020204" pitchFamily="34" charset="0"/>
              <a:buChar char="•"/>
            </a:pPr>
            <a:endParaRPr lang="es-ES" dirty="0"/>
          </a:p>
          <a:p>
            <a:pPr marL="0" indent="0">
              <a:buNone/>
            </a:pPr>
            <a:endParaRPr lang="es-ES" dirty="0"/>
          </a:p>
        </p:txBody>
      </p:sp>
      <p:sp>
        <p:nvSpPr>
          <p:cNvPr id="5" name="Marcador de pie de página 4">
            <a:extLst>
              <a:ext uri="{FF2B5EF4-FFF2-40B4-BE49-F238E27FC236}">
                <a16:creationId xmlns:a16="http://schemas.microsoft.com/office/drawing/2014/main" id="{CD16DC98-D1AF-9DDA-2E5B-5B510D0B201A}"/>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5BC9EA32-DB4B-BB08-C5E5-F86E3F32BDE0}"/>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3136937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4A917-41CD-1605-F37E-7FA3336869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20E415-AE0B-0AE2-8A82-C63C42BD2A93}"/>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109D9132-6692-A435-03F3-EE0F839975B0}"/>
              </a:ext>
            </a:extLst>
          </p:cNvPr>
          <p:cNvSpPr>
            <a:spLocks noGrp="1"/>
          </p:cNvSpPr>
          <p:nvPr>
            <p:ph sz="half" idx="1"/>
          </p:nvPr>
        </p:nvSpPr>
        <p:spPr>
          <a:xfrm>
            <a:off x="838200" y="873125"/>
            <a:ext cx="10515598" cy="4632325"/>
          </a:xfrm>
        </p:spPr>
        <p:txBody>
          <a:bodyPr>
            <a:normAutofit/>
          </a:bodyPr>
          <a:lstStyle/>
          <a:p>
            <a:pPr marL="0" indent="0">
              <a:lnSpc>
                <a:spcPct val="100000"/>
              </a:lnSpc>
              <a:buNone/>
            </a:pPr>
            <a:r>
              <a:rPr lang="es-ES" b="1" dirty="0"/>
              <a:t>Vamos ahora con un ejemplo…</a:t>
            </a:r>
          </a:p>
          <a:p>
            <a:pPr marL="0" indent="0">
              <a:lnSpc>
                <a:spcPct val="100000"/>
              </a:lnSpc>
              <a:buNone/>
            </a:pPr>
            <a:endParaRPr lang="es-ES" sz="2400" dirty="0"/>
          </a:p>
          <a:p>
            <a:pPr marL="0" indent="0">
              <a:lnSpc>
                <a:spcPct val="100000"/>
              </a:lnSpc>
              <a:buNone/>
            </a:pPr>
            <a:r>
              <a:rPr lang="es-ES" sz="2000" dirty="0"/>
              <a:t>Queremos modelar una aplicación que gestione partidas de un juego. En cada partida participan varios jugadores y cada uno tiene una puntuación asociada a esa partida.</a:t>
            </a:r>
          </a:p>
          <a:p>
            <a:pPr marL="0" indent="0">
              <a:lnSpc>
                <a:spcPct val="100000"/>
              </a:lnSpc>
              <a:buNone/>
            </a:pPr>
            <a:endParaRPr lang="es-ES" sz="2000" dirty="0"/>
          </a:p>
          <a:p>
            <a:pPr marL="0" indent="0">
              <a:lnSpc>
                <a:spcPct val="100000"/>
              </a:lnSpc>
              <a:buNone/>
            </a:pPr>
            <a:r>
              <a:rPr lang="es-ES" sz="2000" dirty="0"/>
              <a:t>Se deben cumplir las siguientes reglas:</a:t>
            </a:r>
          </a:p>
          <a:p>
            <a:pPr>
              <a:lnSpc>
                <a:spcPct val="100000"/>
              </a:lnSpc>
            </a:pPr>
            <a:r>
              <a:rPr lang="es-ES" sz="2000" dirty="0"/>
              <a:t>Una partida no puede comenzar sin jugadores.</a:t>
            </a:r>
          </a:p>
          <a:p>
            <a:pPr>
              <a:lnSpc>
                <a:spcPct val="100000"/>
              </a:lnSpc>
            </a:pPr>
            <a:r>
              <a:rPr lang="es-ES" sz="2000" dirty="0"/>
              <a:t>Un jugador no puede aparecer dos veces en la misma partida.</a:t>
            </a:r>
          </a:p>
          <a:p>
            <a:pPr>
              <a:lnSpc>
                <a:spcPct val="100000"/>
              </a:lnSpc>
            </a:pPr>
            <a:r>
              <a:rPr lang="es-ES" sz="2000" dirty="0"/>
              <a:t>No se pueden modificar las puntuaciones cuando la partida ha terminado.</a:t>
            </a:r>
            <a:endParaRPr lang="es-ES" sz="2400" dirty="0"/>
          </a:p>
          <a:p>
            <a:pPr marL="0" indent="0">
              <a:buNone/>
            </a:pPr>
            <a:endParaRPr lang="es-ES" dirty="0"/>
          </a:p>
        </p:txBody>
      </p:sp>
      <p:sp>
        <p:nvSpPr>
          <p:cNvPr id="5" name="Marcador de pie de página 4">
            <a:extLst>
              <a:ext uri="{FF2B5EF4-FFF2-40B4-BE49-F238E27FC236}">
                <a16:creationId xmlns:a16="http://schemas.microsoft.com/office/drawing/2014/main" id="{CF0C1E0A-0531-E614-6907-3814B0B77009}"/>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30F2AFF0-20A4-337D-0CB6-6235297A78AA}"/>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spTree>
    <p:extLst>
      <p:ext uri="{BB962C8B-B14F-4D97-AF65-F5344CB8AC3E}">
        <p14:creationId xmlns:p14="http://schemas.microsoft.com/office/powerpoint/2010/main" val="1805278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92423-BC30-A8B2-DF66-38E53432AD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0849E9-9C3D-8F2C-6719-F32CBF95FA9E}"/>
              </a:ext>
            </a:extLst>
          </p:cNvPr>
          <p:cNvSpPr>
            <a:spLocks noGrp="1"/>
          </p:cNvSpPr>
          <p:nvPr>
            <p:ph type="title"/>
          </p:nvPr>
        </p:nvSpPr>
        <p:spPr>
          <a:xfrm>
            <a:off x="838200" y="365126"/>
            <a:ext cx="5186263" cy="315912"/>
          </a:xfrm>
        </p:spPr>
        <p:txBody>
          <a:bodyPr anchor="ctr">
            <a:normAutofit/>
          </a:bodyPr>
          <a:lstStyle/>
          <a:p>
            <a:r>
              <a:rPr lang="es-ES" dirty="0"/>
              <a:t>Tema 1. </a:t>
            </a:r>
            <a:r>
              <a:rPr lang="es-ES" dirty="0" err="1"/>
              <a:t>Domain</a:t>
            </a:r>
            <a:r>
              <a:rPr lang="es-ES" dirty="0"/>
              <a:t> </a:t>
            </a:r>
            <a:r>
              <a:rPr lang="es-ES" dirty="0" err="1"/>
              <a:t>Driven</a:t>
            </a:r>
            <a:r>
              <a:rPr lang="es-ES" dirty="0"/>
              <a:t> </a:t>
            </a:r>
            <a:r>
              <a:rPr lang="es-ES" dirty="0" err="1"/>
              <a:t>Design</a:t>
            </a:r>
            <a:endParaRPr lang="es-ES" dirty="0"/>
          </a:p>
        </p:txBody>
      </p:sp>
      <p:sp>
        <p:nvSpPr>
          <p:cNvPr id="3" name="Subtítulo 2">
            <a:extLst>
              <a:ext uri="{FF2B5EF4-FFF2-40B4-BE49-F238E27FC236}">
                <a16:creationId xmlns:a16="http://schemas.microsoft.com/office/drawing/2014/main" id="{C75F14E3-C85E-9582-F2D4-83B4793A1348}"/>
              </a:ext>
            </a:extLst>
          </p:cNvPr>
          <p:cNvSpPr>
            <a:spLocks noGrp="1"/>
          </p:cNvSpPr>
          <p:nvPr>
            <p:ph sz="half" idx="1"/>
          </p:nvPr>
        </p:nvSpPr>
        <p:spPr>
          <a:xfrm>
            <a:off x="838200" y="873125"/>
            <a:ext cx="10515598" cy="4632325"/>
          </a:xfrm>
        </p:spPr>
        <p:txBody>
          <a:bodyPr>
            <a:normAutofit/>
          </a:bodyPr>
          <a:lstStyle/>
          <a:p>
            <a:pPr marL="0" indent="0">
              <a:lnSpc>
                <a:spcPct val="100000"/>
              </a:lnSpc>
              <a:buNone/>
            </a:pPr>
            <a:r>
              <a:rPr lang="es-ES" b="1" dirty="0"/>
              <a:t>Así quedaría el dominio</a:t>
            </a:r>
          </a:p>
          <a:p>
            <a:pPr marL="0" indent="0">
              <a:lnSpc>
                <a:spcPct val="100000"/>
              </a:lnSpc>
              <a:buNone/>
            </a:pPr>
            <a:endParaRPr lang="es-ES" sz="2400" dirty="0"/>
          </a:p>
          <a:p>
            <a:pPr marL="0" indent="0">
              <a:buNone/>
            </a:pPr>
            <a:endParaRPr lang="es-ES" dirty="0"/>
          </a:p>
        </p:txBody>
      </p:sp>
      <p:sp>
        <p:nvSpPr>
          <p:cNvPr id="5" name="Marcador de pie de página 4">
            <a:extLst>
              <a:ext uri="{FF2B5EF4-FFF2-40B4-BE49-F238E27FC236}">
                <a16:creationId xmlns:a16="http://schemas.microsoft.com/office/drawing/2014/main" id="{3424155E-ED89-AB6C-605C-5D3D7C1E7E23}"/>
              </a:ext>
            </a:extLst>
          </p:cNvPr>
          <p:cNvSpPr>
            <a:spLocks noGrp="1"/>
          </p:cNvSpPr>
          <p:nvPr>
            <p:ph type="ftr" sz="quarter" idx="10"/>
          </p:nvPr>
        </p:nvSpPr>
        <p:spPr>
          <a:xfrm>
            <a:off x="6167535" y="365127"/>
            <a:ext cx="5186263" cy="315911"/>
          </a:xfrm>
        </p:spPr>
        <p:txBody>
          <a:bodyPr anchor="ctr">
            <a:normAutofit/>
          </a:bodyPr>
          <a:lstStyle/>
          <a:p>
            <a:pPr algn="l">
              <a:lnSpc>
                <a:spcPct val="90000"/>
              </a:lnSpc>
              <a:spcAft>
                <a:spcPts val="600"/>
              </a:spcAft>
            </a:pPr>
            <a:endParaRPr lang="es-ES" dirty="0"/>
          </a:p>
        </p:txBody>
      </p:sp>
      <p:sp>
        <p:nvSpPr>
          <p:cNvPr id="4" name="Marcador de fecha 3">
            <a:extLst>
              <a:ext uri="{FF2B5EF4-FFF2-40B4-BE49-F238E27FC236}">
                <a16:creationId xmlns:a16="http://schemas.microsoft.com/office/drawing/2014/main" id="{2574F74B-5BB3-51DC-6593-A4D23DF8B7E9}"/>
              </a:ext>
            </a:extLst>
          </p:cNvPr>
          <p:cNvSpPr>
            <a:spLocks noGrp="1"/>
          </p:cNvSpPr>
          <p:nvPr>
            <p:ph type="dt" sz="half" idx="11"/>
          </p:nvPr>
        </p:nvSpPr>
        <p:spPr>
          <a:xfrm>
            <a:off x="8443245" y="5958667"/>
            <a:ext cx="2910553" cy="692150"/>
          </a:xfrm>
        </p:spPr>
        <p:txBody>
          <a:bodyPr anchor="ctr">
            <a:normAutofit/>
          </a:bodyPr>
          <a:lstStyle/>
          <a:p>
            <a:pPr algn="r">
              <a:spcAft>
                <a:spcPts val="600"/>
              </a:spcAft>
            </a:pPr>
            <a:r>
              <a:rPr lang="es-ES" dirty="0"/>
              <a:t>ATICA</a:t>
            </a:r>
          </a:p>
        </p:txBody>
      </p:sp>
      <p:pic>
        <p:nvPicPr>
          <p:cNvPr id="20" name="Imagen 19" descr="Interfaz de usuario gráfica&#10;&#10;El contenido generado por IA puede ser incorrecto.">
            <a:extLst>
              <a:ext uri="{FF2B5EF4-FFF2-40B4-BE49-F238E27FC236}">
                <a16:creationId xmlns:a16="http://schemas.microsoft.com/office/drawing/2014/main" id="{20F8152B-6813-F784-D83A-37E25D4C7894}"/>
              </a:ext>
            </a:extLst>
          </p:cNvPr>
          <p:cNvPicPr>
            <a:picLocks noChangeAspect="1"/>
          </p:cNvPicPr>
          <p:nvPr/>
        </p:nvPicPr>
        <p:blipFill>
          <a:blip r:embed="rId3"/>
          <a:srcRect b="30798"/>
          <a:stretch>
            <a:fillRect/>
          </a:stretch>
        </p:blipFill>
        <p:spPr>
          <a:xfrm>
            <a:off x="838200" y="1743150"/>
            <a:ext cx="10799016" cy="3581325"/>
          </a:xfrm>
          <a:prstGeom prst="rect">
            <a:avLst/>
          </a:prstGeom>
        </p:spPr>
      </p:pic>
    </p:spTree>
    <p:extLst>
      <p:ext uri="{BB962C8B-B14F-4D97-AF65-F5344CB8AC3E}">
        <p14:creationId xmlns:p14="http://schemas.microsoft.com/office/powerpoint/2010/main" val="2266960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6197034"/>
      </p:ext>
    </p:extLst>
  </p:cSld>
  <p:clrMapOvr>
    <a:masterClrMapping/>
  </p:clrMapOvr>
</p:sld>
</file>

<file path=ppt/theme/theme1.xml><?xml version="1.0" encoding="utf-8"?>
<a:theme xmlns:a="http://schemas.openxmlformats.org/drawingml/2006/main" name="Tema UMU">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dirty="0">
            <a:latin typeface="IBM Plex Sans" panose="020B0503050203000203" pitchFamily="34" charset="0"/>
          </a:defRPr>
        </a:defPPr>
      </a:lstStyle>
    </a:txDef>
  </a:objectDefaults>
  <a:extraClrSchemeLst/>
  <a:extLst>
    <a:ext uri="{05A4C25C-085E-4340-85A3-A5531E510DB2}">
      <thm15:themeFamily xmlns:thm15="http://schemas.microsoft.com/office/thememl/2012/main" name="Presentación1" id="{ABD9A9DC-AE45-4897-8165-08051E93C7FD}" vid="{75DAC26B-7340-45A7-8047-A34F0AF90EE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e237399-9f4f-4399-8e7f-23cd760d553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06CC243D6C40F843B11E79F278E1BCA3" ma:contentTypeVersion="15" ma:contentTypeDescription="Crear nuevo documento." ma:contentTypeScope="" ma:versionID="af3b012a3a7bb17b3e764709a63f08df">
  <xsd:schema xmlns:xsd="http://www.w3.org/2001/XMLSchema" xmlns:xs="http://www.w3.org/2001/XMLSchema" xmlns:p="http://schemas.microsoft.com/office/2006/metadata/properties" xmlns:ns3="4c7f63bd-1a58-4f4b-9f5e-709e0ee0d413" xmlns:ns4="8e237399-9f4f-4399-8e7f-23cd760d5530" targetNamespace="http://schemas.microsoft.com/office/2006/metadata/properties" ma:root="true" ma:fieldsID="3ec71465080429ede056e77988c480af" ns3:_="" ns4:_="">
    <xsd:import namespace="4c7f63bd-1a58-4f4b-9f5e-709e0ee0d413"/>
    <xsd:import namespace="8e237399-9f4f-4399-8e7f-23cd760d5530"/>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_activity" minOccurs="0"/>
                <xsd:element ref="ns4:MediaServiceObjectDetectorVersions" minOccurs="0"/>
                <xsd:element ref="ns4:MediaServiceSystemTags" minOccurs="0"/>
                <xsd:element ref="ns4:MediaServiceOCR" minOccurs="0"/>
                <xsd:element ref="ns4:MediaLengthInSeconds" minOccurs="0"/>
                <xsd:element ref="ns4:MediaServiceSearchProperties"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7f63bd-1a58-4f4b-9f5e-709e0ee0d413"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e237399-9f4f-4399-8e7f-23cd760d5530"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A6882C-F361-4A88-981E-F38E05028340}">
  <ds:schemaRefs>
    <ds:schemaRef ds:uri="http://schemas.openxmlformats.org/package/2006/metadata/core-properties"/>
    <ds:schemaRef ds:uri="http://www.w3.org/XML/1998/namespace"/>
    <ds:schemaRef ds:uri="http://purl.org/dc/elements/1.1/"/>
    <ds:schemaRef ds:uri="http://schemas.microsoft.com/office/infopath/2007/PartnerControls"/>
    <ds:schemaRef ds:uri="http://purl.org/dc/dcmitype/"/>
    <ds:schemaRef ds:uri="8e237399-9f4f-4399-8e7f-23cd760d5530"/>
    <ds:schemaRef ds:uri="http://schemas.microsoft.com/office/2006/documentManagement/types"/>
    <ds:schemaRef ds:uri="4c7f63bd-1a58-4f4b-9f5e-709e0ee0d413"/>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D584B560-E006-41B5-B9D9-8234FC73A2B1}">
  <ds:schemaRefs>
    <ds:schemaRef ds:uri="http://schemas.microsoft.com/sharepoint/v3/contenttype/forms"/>
  </ds:schemaRefs>
</ds:datastoreItem>
</file>

<file path=customXml/itemProps3.xml><?xml version="1.0" encoding="utf-8"?>
<ds:datastoreItem xmlns:ds="http://schemas.openxmlformats.org/officeDocument/2006/customXml" ds:itemID="{001013DB-6F37-4919-927D-4212B38E14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7f63bd-1a58-4f4b-9f5e-709e0ee0d413"/>
    <ds:schemaRef ds:uri="8e237399-9f4f-4399-8e7f-23cd760d55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Generica</Template>
  <TotalTime>584</TotalTime>
  <Words>1775</Words>
  <Application>Microsoft Office PowerPoint</Application>
  <PresentationFormat>Panorámica</PresentationFormat>
  <Paragraphs>154</Paragraphs>
  <Slides>13</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Aptos</vt:lpstr>
      <vt:lpstr>Arial</vt:lpstr>
      <vt:lpstr>IBM Plex Sans</vt:lpstr>
      <vt:lpstr>Tema UMU</vt:lpstr>
      <vt:lpstr>Tema 1. Domain Driven Design</vt:lpstr>
      <vt:lpstr>Tema 1. Domain Driven Design</vt:lpstr>
      <vt:lpstr>Tema 1. Domain Driven Design</vt:lpstr>
      <vt:lpstr>Tema 1. Domain Driven Design</vt:lpstr>
      <vt:lpstr>Tema 1. Domain Driven Design</vt:lpstr>
      <vt:lpstr>Tema 1. Domain Driven Design</vt:lpstr>
      <vt:lpstr>Tema 1. Domain Driven Design</vt:lpstr>
      <vt:lpstr>Tema 1. Domain Driven Design</vt:lpstr>
      <vt:lpstr>Tema 1. Domain Driven Design</vt:lpstr>
      <vt:lpstr>Tema 1. Domain Driven Design</vt:lpstr>
      <vt:lpstr>Tema 1. Domain Driven Design</vt:lpstr>
      <vt:lpstr>Tema 1. Domain Driven Design</vt:lpstr>
      <vt:lpstr>Presentación de PowerPoint</vt:lpstr>
    </vt:vector>
  </TitlesOfParts>
  <Company>Universidad de Murcia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FRANCISCO SANCHEZ PEÑALVER</dc:creator>
  <cp:lastModifiedBy>JUAN FRANCISCO SANCHEZ PEÑALVER</cp:lastModifiedBy>
  <cp:revision>1</cp:revision>
  <dcterms:created xsi:type="dcterms:W3CDTF">2026-01-03T17:22:37Z</dcterms:created>
  <dcterms:modified xsi:type="dcterms:W3CDTF">2026-01-28T08:38:49Z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0x01010006CC243D6C40F843B11E79F278E1BCA3</vt:lpwstr>
  </property>
  <property fmtid="{D5CDD505-2E9C-101B-9397-08002B2CF9AE}" pid="3" name="_dlc_DocIdItemGuid">
    <vt:lpwstr>6823f0f3-9bb6-4c72-91ba-4096af4405f1</vt:lpwstr>
  </property>
</Properties>
</file>